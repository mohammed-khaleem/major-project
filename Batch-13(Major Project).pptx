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9" r:id="rId4"/>
    <p:sldId id="290" r:id="rId5"/>
    <p:sldId id="301" r:id="rId6"/>
    <p:sldId id="302" r:id="rId7"/>
    <p:sldId id="303" r:id="rId8"/>
    <p:sldId id="304" r:id="rId9"/>
    <p:sldId id="305" r:id="rId10"/>
    <p:sldId id="264" r:id="rId11"/>
    <p:sldId id="289" r:id="rId12"/>
    <p:sldId id="309" r:id="rId13"/>
    <p:sldId id="306" r:id="rId14"/>
    <p:sldId id="297" r:id="rId15"/>
    <p:sldId id="307" r:id="rId16"/>
    <p:sldId id="308" r:id="rId17"/>
    <p:sldId id="282" r:id="rId18"/>
  </p:sldIdLst>
  <p:sldSz cx="12192000" cy="6858000"/>
  <p:notesSz cx="12192000" cy="6858000"/>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C5B5DF38-704E-41C5-B9B8-2D1E91A6ECC7}" styleName="Medium Style 2 - Accent 1">
    <a:wholeTbl>
      <a:tcTxStyle>
        <a:fontRef idx="minor">
          <a:srgbClr val="000000"/>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a:solidFill>
                <a:schemeClr val="lt1"/>
              </a:solidFill>
            </a:ln>
          </a:top>
        </a:tcBdr>
        <a:fill>
          <a:solidFill>
            <a:schemeClr val="accent1"/>
          </a:solidFill>
        </a:fill>
      </a:tcStyle>
    </a:lastRow>
    <a:firstRow>
      <a:tcTxStyle b="on">
        <a:fontRef idx="minor">
          <a:srgbClr val="000000"/>
        </a:fontRef>
        <a:schemeClr val="lt1"/>
      </a:tcTxStyle>
      <a:tcStyle>
        <a:tcBdr>
          <a:bottom>
            <a:ln w="38100">
              <a:solidFill>
                <a:schemeClr val="lt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0" autoAdjust="0"/>
    <p:restoredTop sz="94660"/>
  </p:normalViewPr>
  <p:slideViewPr>
    <p:cSldViewPr>
      <p:cViewPr varScale="1">
        <p:scale>
          <a:sx n="93" d="100"/>
          <a:sy n="93" d="100"/>
        </p:scale>
        <p:origin x="112"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t>1/29/2026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6A183AAB-D4BD-4CC5-A188-85805F6C641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0D9D4CD-ED9A-4FD8-B1B9-CD004B2DB0CF}"/>
              </a:ext>
            </a:extLst>
          </p:cNvPr>
          <p:cNvSpPr>
            <a:spLocks noGrp="1"/>
          </p:cNvSpPr>
          <p:nvPr>
            <p:ph type="title"/>
          </p:nvPr>
        </p:nvSpPr>
        <p:spPr>
          <a:xfrm>
            <a:off x="1524000" y="1122363"/>
            <a:ext cx="9144000" cy="2387600"/>
          </a:xfrm>
        </p:spPr>
        <p:txBody>
          <a:bodyPr rtlCol="0" anchor="b"/>
          <a:lstStyle>
            <a:lvl1pPr lvl="0" algn="ctr">
              <a:defRPr lang="en-US" sz="6000" dirty="0"/>
            </a:lvl1pPr>
          </a:lstStyle>
          <a:p>
            <a:r>
              <a:rPr lang="en-US" dirty="0"/>
              <a:t>Click to edit Master title style</a:t>
            </a:r>
          </a:p>
        </p:txBody>
      </p:sp>
      <p:sp>
        <p:nvSpPr>
          <p:cNvPr id="3" name="Subtitle 2">
            <a:extLst>
              <a:ext uri="{7E654E2B-0861-43CB-B3AF-C296CC6750E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5FF3DCE-897C-4950-B1FF-C81C292F5852}"/>
              </a:ext>
            </a:extLst>
          </p:cNvPr>
          <p:cNvSpPr>
            <a:spLocks noGrp="1"/>
          </p:cNvSpPr>
          <p:nvPr>
            <p:ph type="subTitle" idx="1"/>
          </p:nvPr>
        </p:nvSpPr>
        <p:spPr>
          <a:xfrm>
            <a:off x="1524000" y="3602038"/>
            <a:ext cx="9144000" cy="1655762"/>
          </a:xfrm>
        </p:spPr>
        <p:txBody>
          <a:bodyPr rtlCol="0"/>
          <a:lstStyle>
            <a:lvl1pPr marL="0" lvl="0" indent="0" algn="ctr">
              <a:buNone/>
              <a:defRPr lang="en-US" sz="2400" dirty="0"/>
            </a:lvl1pPr>
            <a:lvl2pPr marL="457200" lvl="1" indent="0" algn="ctr">
              <a:buNone/>
              <a:defRPr lang="en-US" sz="2000" dirty="0"/>
            </a:lvl2pPr>
            <a:lvl3pPr marL="914400" lvl="2" indent="0" algn="ctr">
              <a:buNone/>
              <a:defRPr lang="en-US" sz="1800" dirty="0"/>
            </a:lvl3pPr>
            <a:lvl4pPr marL="1371600" lvl="3" indent="0" algn="ctr">
              <a:buNone/>
              <a:defRPr lang="en-US" sz="1600" dirty="0"/>
            </a:lvl4pPr>
            <a:lvl5pPr marL="1828800" lvl="4" indent="0" algn="ctr">
              <a:buNone/>
              <a:defRPr lang="en-US" sz="1600" dirty="0"/>
            </a:lvl5pPr>
            <a:lvl6pPr marL="2286000" lvl="5" indent="0" algn="ctr">
              <a:buNone/>
              <a:defRPr lang="en-US" sz="1600" dirty="0"/>
            </a:lvl6pPr>
            <a:lvl7pPr marL="2743200" lvl="6" indent="0" algn="ctr">
              <a:buNone/>
              <a:defRPr lang="en-US" sz="1600" dirty="0"/>
            </a:lvl7pPr>
            <a:lvl8pPr marL="3200400" lvl="7" indent="0" algn="ctr">
              <a:buNone/>
              <a:defRPr lang="en-US" sz="1600" dirty="0"/>
            </a:lvl8pPr>
            <a:lvl9pPr marL="3657600" lvl="8" indent="0" algn="ctr">
              <a:buNone/>
              <a:defRPr lang="en-US" sz="1600" dirty="0"/>
            </a:lvl9pPr>
          </a:lstStyle>
          <a:p>
            <a:r>
              <a:rPr lang="en-US" dirty="0"/>
              <a:t>Click to edit Master subtitle style</a:t>
            </a:r>
          </a:p>
        </p:txBody>
      </p:sp>
      <p:sp>
        <p:nvSpPr>
          <p:cNvPr id="4" name="Date Placeholder 3">
            <a:extLst>
              <a:ext uri="{C1AAE49D-AFBE-4A72-86DA-70A62BBB1A8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CEF9104-4DF0-408D-BE4C-BE88DDB680D8}"/>
              </a:ext>
            </a:extLst>
          </p:cNvPr>
          <p:cNvSpPr>
            <a:spLocks noGrp="1"/>
          </p:cNvSpPr>
          <p:nvPr>
            <p:ph type="dt" sz="half" idx="10"/>
          </p:nvPr>
        </p:nvSpPr>
        <p:spPr/>
        <p:txBody>
          <a:bodyPr rtlCol="0"/>
          <a:lstStyle/>
          <a:p>
            <a:fld id="{B8DEB663-8FA3-42DC-8308-CC6E8A88A6FC}" type="datetime1">
              <a:t>1/29/2026</a:t>
            </a:fld>
            <a:endParaRPr lang="en-US" dirty="0"/>
          </a:p>
        </p:txBody>
      </p:sp>
      <p:sp>
        <p:nvSpPr>
          <p:cNvPr id="5" name="Footer Placeholder 4">
            <a:extLst>
              <a:ext uri="{F801BEDE-CC20-4CDD-A01C-C806A1A84A2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4B25965-3BE3-486C-A7D9-C6D11FE34056}"/>
              </a:ext>
            </a:extLst>
          </p:cNvPr>
          <p:cNvSpPr>
            <a:spLocks noGrp="1"/>
          </p:cNvSpPr>
          <p:nvPr>
            <p:ph type="ftr" sz="quarter" idx="11"/>
          </p:nvPr>
        </p:nvSpPr>
        <p:spPr/>
        <p:txBody>
          <a:bodyPr rtlCol="0"/>
          <a:lstStyle/>
          <a:p>
            <a:endParaRPr lang="en-US" dirty="0"/>
          </a:p>
        </p:txBody>
      </p:sp>
      <p:sp>
        <p:nvSpPr>
          <p:cNvPr id="6" name="Slide Number Placeholder 5">
            <a:extLst>
              <a:ext uri="{4533006A-E041-42AA-9747-3F844F919D7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E9C4666-009C-4620-A2D2-FDD51CC6A510}"/>
              </a:ext>
            </a:extLst>
          </p:cNvPr>
          <p:cNvSpPr>
            <a:spLocks noGrp="1"/>
          </p:cNvSpPr>
          <p:nvPr>
            <p:ph type="sldNum" sz="quarter" idx="12"/>
          </p:nvPr>
        </p:nvSpPr>
        <p:spPr/>
        <p:txBody>
          <a:bodyPr rtlCol="0"/>
          <a:lstStyle/>
          <a:p>
            <a:fld id="{7CFBFA6F-805A-41FA-9019-2062395087A8}" type="slidenum">
              <a:t>‹#›</a:t>
            </a:fld>
            <a:endParaRPr lang="en-US" dirty="0"/>
          </a:p>
        </p:txBody>
      </p:sp>
    </p:spTree>
    <p:extLst>
      <p:ext uri="{ABCE45B3-BBAB-4963-8C20-3AB638D68D2C}">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A3029847-4182-4A6F-8881-8D53216CA44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A1BEFFA-7A81-49DF-ACBD-A1D49702FAE2}"/>
              </a:ext>
            </a:extLst>
          </p:cNvPr>
          <p:cNvSpPr>
            <a:spLocks noGrp="1"/>
          </p:cNvSpPr>
          <p:nvPr>
            <p:ph type="title"/>
          </p:nvPr>
        </p:nvSpPr>
        <p:spPr/>
        <p:txBody>
          <a:bodyPr rtlCol="0"/>
          <a:lstStyle/>
          <a:p>
            <a:r>
              <a:rPr lang="en-US" dirty="0"/>
              <a:t>Click to edit Master title style</a:t>
            </a:r>
          </a:p>
        </p:txBody>
      </p:sp>
      <p:sp>
        <p:nvSpPr>
          <p:cNvPr id="3" name="Content Placeholder 2">
            <a:extLst>
              <a:ext uri="{1F145753-19A4-42D1-AF00-63B8C80CBB3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F97A723-1E23-4AB6-9655-01A7DD6B3CA3}"/>
              </a:ext>
            </a:extLst>
          </p:cNvPr>
          <p:cNvSpPr>
            <a:spLocks noGrp="1"/>
          </p:cNvSpPr>
          <p:nvPr>
            <p:ph idx="1"/>
          </p:nvPr>
        </p:nvSpPr>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2231A12-826F-41C5-A8FC-03F73B2F361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36C1BCC-0296-4068-80E7-58ED9BFEA340}"/>
              </a:ext>
            </a:extLst>
          </p:cNvPr>
          <p:cNvSpPr>
            <a:spLocks noGrp="1"/>
          </p:cNvSpPr>
          <p:nvPr>
            <p:ph type="dt" sz="half" idx="10"/>
          </p:nvPr>
        </p:nvSpPr>
        <p:spPr/>
        <p:txBody>
          <a:bodyPr rtlCol="0"/>
          <a:lstStyle/>
          <a:p>
            <a:fld id="{EBBE2F7A-4519-438E-8D3C-CC468FEC6595}" type="datetime1">
              <a:t>1/29/2026</a:t>
            </a:fld>
            <a:endParaRPr lang="en-US" dirty="0"/>
          </a:p>
        </p:txBody>
      </p:sp>
      <p:sp>
        <p:nvSpPr>
          <p:cNvPr id="5" name="Footer Placeholder 4">
            <a:extLst>
              <a:ext uri="{C7C5E9DC-8D22-4956-9AFD-6B8BABB02EA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48B4F4A-5EA9-4780-8EBE-FBD81368DDFE}"/>
              </a:ext>
            </a:extLst>
          </p:cNvPr>
          <p:cNvSpPr>
            <a:spLocks noGrp="1"/>
          </p:cNvSpPr>
          <p:nvPr>
            <p:ph type="ftr" sz="quarter" idx="11"/>
          </p:nvPr>
        </p:nvSpPr>
        <p:spPr/>
        <p:txBody>
          <a:bodyPr rtlCol="0"/>
          <a:lstStyle/>
          <a:p>
            <a:endParaRPr lang="en-US" dirty="0"/>
          </a:p>
        </p:txBody>
      </p:sp>
      <p:sp>
        <p:nvSpPr>
          <p:cNvPr id="6" name="Slide Number Placeholder 5">
            <a:extLst>
              <a:ext uri="{414F3FCC-F12C-48EC-BA1D-07F1E007B6C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09B5BDE-32DE-43A3-A1F4-E28BF0DC9C04}"/>
              </a:ext>
            </a:extLst>
          </p:cNvPr>
          <p:cNvSpPr>
            <a:spLocks noGrp="1"/>
          </p:cNvSpPr>
          <p:nvPr>
            <p:ph type="sldNum" sz="quarter" idx="12"/>
          </p:nvPr>
        </p:nvSpPr>
        <p:spPr/>
        <p:txBody>
          <a:bodyPr rtlCol="0"/>
          <a:lstStyle/>
          <a:p>
            <a:fld id="{4FF2B387-7909-42FE-B1A0-5D8E227CED6E}" type="slidenum">
              <a:t>‹#›</a:t>
            </a:fld>
            <a:endParaRPr lang="en-US" dirty="0"/>
          </a:p>
        </p:txBody>
      </p:sp>
    </p:spTree>
    <p:extLst>
      <p:ext uri="{CF507EC7-726C-44BE-B913-BFC75CBE4468}">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85CF9C04-D7A2-47C3-952D-F95635C10C5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2F73861-B7E3-46EE-94F6-3C475341592A}"/>
              </a:ext>
            </a:extLst>
          </p:cNvPr>
          <p:cNvSpPr>
            <a:spLocks noGrp="1"/>
          </p:cNvSpPr>
          <p:nvPr>
            <p:ph type="title"/>
          </p:nvPr>
        </p:nvSpPr>
        <p:spPr>
          <a:xfrm>
            <a:off x="831849" y="1709738"/>
            <a:ext cx="10515600" cy="2852737"/>
          </a:xfrm>
        </p:spPr>
        <p:txBody>
          <a:bodyPr rtlCol="0" anchor="b"/>
          <a:lstStyle>
            <a:lvl1pPr lvl="0">
              <a:defRPr lang="en-US" sz="6000" dirty="0"/>
            </a:lvl1pPr>
          </a:lstStyle>
          <a:p>
            <a:r>
              <a:rPr lang="en-US" dirty="0"/>
              <a:t>Click to edit Master title style</a:t>
            </a:r>
          </a:p>
        </p:txBody>
      </p:sp>
      <p:sp>
        <p:nvSpPr>
          <p:cNvPr id="3" name="Text Placeholder 2">
            <a:extLst>
              <a:ext uri="{69FE1B79-DFD7-476B-B2DB-2C584FFC164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3E795C7-B540-40F6-BF0A-968F3A7B5789}"/>
              </a:ext>
            </a:extLst>
          </p:cNvPr>
          <p:cNvSpPr>
            <a:spLocks noGrp="1"/>
          </p:cNvSpPr>
          <p:nvPr>
            <p:ph type="body" idx="1"/>
          </p:nvPr>
        </p:nvSpPr>
        <p:spPr>
          <a:xfrm>
            <a:off x="831849" y="4589463"/>
            <a:ext cx="10515600" cy="1500187"/>
          </a:xfrm>
        </p:spPr>
        <p:txBody>
          <a:bodyPr rtlCol="0"/>
          <a:lstStyle>
            <a:lvl1pPr marL="0" lvl="0" indent="0">
              <a:buNone/>
              <a:defRPr lang="en-US" sz="2400" dirty="0">
                <a:solidFill>
                  <a:schemeClr val="tx1">
                    <a:tint val="75000"/>
                  </a:schemeClr>
                </a:solidFill>
              </a:defRPr>
            </a:lvl1pPr>
            <a:lvl2pPr marL="457200" lvl="1" indent="0">
              <a:buNone/>
              <a:defRPr lang="en-US" sz="2000" dirty="0">
                <a:solidFill>
                  <a:schemeClr val="tx1">
                    <a:tint val="75000"/>
                  </a:schemeClr>
                </a:solidFill>
              </a:defRPr>
            </a:lvl2pPr>
            <a:lvl3pPr marL="914400" lvl="2" indent="0">
              <a:buNone/>
              <a:defRPr lang="en-US" sz="1800" dirty="0">
                <a:solidFill>
                  <a:schemeClr val="tx1">
                    <a:tint val="75000"/>
                  </a:schemeClr>
                </a:solidFill>
              </a:defRPr>
            </a:lvl3pPr>
            <a:lvl4pPr marL="1371600" lvl="3" indent="0">
              <a:buNone/>
              <a:defRPr lang="en-US" sz="1600" dirty="0">
                <a:solidFill>
                  <a:schemeClr val="tx1">
                    <a:tint val="75000"/>
                  </a:schemeClr>
                </a:solidFill>
              </a:defRPr>
            </a:lvl4pPr>
            <a:lvl5pPr marL="1828800" lvl="4" indent="0">
              <a:buNone/>
              <a:defRPr lang="en-US" sz="1600" dirty="0">
                <a:solidFill>
                  <a:schemeClr val="tx1">
                    <a:tint val="75000"/>
                  </a:schemeClr>
                </a:solidFill>
              </a:defRPr>
            </a:lvl5pPr>
            <a:lvl6pPr marL="2286000" lvl="5" indent="0">
              <a:buNone/>
              <a:defRPr lang="en-US" sz="1600" dirty="0">
                <a:solidFill>
                  <a:schemeClr val="tx1">
                    <a:tint val="75000"/>
                  </a:schemeClr>
                </a:solidFill>
              </a:defRPr>
            </a:lvl6pPr>
            <a:lvl7pPr marL="2743200" lvl="6" indent="0">
              <a:buNone/>
              <a:defRPr lang="en-US" sz="1600" dirty="0">
                <a:solidFill>
                  <a:schemeClr val="tx1">
                    <a:tint val="75000"/>
                  </a:schemeClr>
                </a:solidFill>
              </a:defRPr>
            </a:lvl7pPr>
            <a:lvl8pPr marL="3200400" lvl="7" indent="0">
              <a:buNone/>
              <a:defRPr lang="en-US" sz="1600" dirty="0">
                <a:solidFill>
                  <a:schemeClr val="tx1">
                    <a:tint val="75000"/>
                  </a:schemeClr>
                </a:solidFill>
              </a:defRPr>
            </a:lvl8pPr>
            <a:lvl9pPr marL="3657600" lvl="8" indent="0">
              <a:buNone/>
              <a:defRPr lang="en-US" sz="1600" dirty="0">
                <a:solidFill>
                  <a:schemeClr val="tx1">
                    <a:tint val="75000"/>
                  </a:schemeClr>
                </a:solidFill>
              </a:defRPr>
            </a:lvl9pPr>
          </a:lstStyle>
          <a:p>
            <a:pPr lvl="0"/>
            <a:r>
              <a:rPr lang="en-US" dirty="0"/>
              <a:t>Click to edit Master text styles</a:t>
            </a:r>
          </a:p>
        </p:txBody>
      </p:sp>
      <p:sp>
        <p:nvSpPr>
          <p:cNvPr id="4" name="Date Placeholder 3">
            <a:extLst>
              <a:ext uri="{0EB52431-190F-4753-8FAA-4F2C64C5979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9FFA4A6-30DB-4AC8-8F17-02CE9EFBD531}"/>
              </a:ext>
            </a:extLst>
          </p:cNvPr>
          <p:cNvSpPr>
            <a:spLocks noGrp="1"/>
          </p:cNvSpPr>
          <p:nvPr>
            <p:ph type="dt" sz="half" idx="10"/>
          </p:nvPr>
        </p:nvSpPr>
        <p:spPr/>
        <p:txBody>
          <a:bodyPr rtlCol="0"/>
          <a:lstStyle/>
          <a:p>
            <a:fld id="{36F7574B-ABDF-4894-A914-666FA18E3FE5}" type="datetime1">
              <a:t>1/29/2026</a:t>
            </a:fld>
            <a:endParaRPr lang="en-US" dirty="0"/>
          </a:p>
        </p:txBody>
      </p:sp>
      <p:sp>
        <p:nvSpPr>
          <p:cNvPr id="5" name="Footer Placeholder 4">
            <a:extLst>
              <a:ext uri="{11E7C61A-77E5-4180-91B7-A9C81365894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9A802C1-2AD9-4E8F-9270-F782FDFE1638}"/>
              </a:ext>
            </a:extLst>
          </p:cNvPr>
          <p:cNvSpPr>
            <a:spLocks noGrp="1"/>
          </p:cNvSpPr>
          <p:nvPr>
            <p:ph type="ftr" sz="quarter" idx="11"/>
          </p:nvPr>
        </p:nvSpPr>
        <p:spPr/>
        <p:txBody>
          <a:bodyPr rtlCol="0"/>
          <a:lstStyle/>
          <a:p>
            <a:endParaRPr lang="en-US" dirty="0"/>
          </a:p>
        </p:txBody>
      </p:sp>
      <p:sp>
        <p:nvSpPr>
          <p:cNvPr id="6" name="Slide Number Placeholder 5">
            <a:extLst>
              <a:ext uri="{04E2CF31-6CC5-4AE9-91F2-0875C70A9E0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15CA1B7-3885-480B-977E-D5A269C1E7AC}"/>
              </a:ext>
            </a:extLst>
          </p:cNvPr>
          <p:cNvSpPr>
            <a:spLocks noGrp="1"/>
          </p:cNvSpPr>
          <p:nvPr>
            <p:ph type="sldNum" sz="quarter" idx="12"/>
          </p:nvPr>
        </p:nvSpPr>
        <p:spPr/>
        <p:txBody>
          <a:bodyPr rtlCol="0"/>
          <a:lstStyle/>
          <a:p>
            <a:fld id="{BB536176-0CCB-429A-B7B4-A169E8A71455}" type="slidenum">
              <a:t>‹#›</a:t>
            </a:fld>
            <a:endParaRPr lang="en-US" dirty="0"/>
          </a:p>
        </p:txBody>
      </p:sp>
    </p:spTree>
    <p:extLst>
      <p:ext uri="{5CA009EB-FF9B-4126-BE8B-FBF60616258C}">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D3877C4-6F48-49B0-BA5C-D878605FD76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ADD0E70-3288-4CBF-B11F-534535F636D6}"/>
              </a:ext>
            </a:extLst>
          </p:cNvPr>
          <p:cNvSpPr>
            <a:spLocks noGrp="1"/>
          </p:cNvSpPr>
          <p:nvPr>
            <p:ph type="title"/>
          </p:nvPr>
        </p:nvSpPr>
        <p:spPr/>
        <p:txBody>
          <a:bodyPr rtlCol="0"/>
          <a:lstStyle/>
          <a:p>
            <a:r>
              <a:rPr lang="en-US" dirty="0"/>
              <a:t>Click to edit Master title style</a:t>
            </a:r>
          </a:p>
        </p:txBody>
      </p:sp>
      <p:sp>
        <p:nvSpPr>
          <p:cNvPr id="3" name="Content Placeholder 2">
            <a:extLst>
              <a:ext uri="{0888C00F-C002-4198-A597-94797B7C084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10A5E74-19B9-4D8E-9293-363ECF18007B}"/>
              </a:ext>
            </a:extLst>
          </p:cNvPr>
          <p:cNvSpPr>
            <a:spLocks noGrp="1"/>
          </p:cNvSpPr>
          <p:nvPr>
            <p:ph idx="1"/>
          </p:nvPr>
        </p:nvSpPr>
        <p:spPr>
          <a:xfrm>
            <a:off x="838200" y="1825625"/>
            <a:ext cx="5181600" cy="4351338"/>
          </a:xfrm>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B342FF16-B9CF-4A27-8BBE-DF561D085EB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B3AB8FF-2BA6-4C90-9E03-5E108A9A53AF}"/>
              </a:ext>
            </a:extLst>
          </p:cNvPr>
          <p:cNvSpPr>
            <a:spLocks noGrp="1"/>
          </p:cNvSpPr>
          <p:nvPr>
            <p:ph idx="2"/>
          </p:nvPr>
        </p:nvSpPr>
        <p:spPr>
          <a:xfrm>
            <a:off x="6172200" y="1825625"/>
            <a:ext cx="5181600" cy="4351338"/>
          </a:xfrm>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5B8936EC-3E70-4428-B797-72DA9DBD4AE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BC0AFC3-BDDB-4AA5-A09E-F3C5652337BF}"/>
              </a:ext>
            </a:extLst>
          </p:cNvPr>
          <p:cNvSpPr>
            <a:spLocks noGrp="1"/>
          </p:cNvSpPr>
          <p:nvPr>
            <p:ph type="dt" sz="half" idx="10"/>
          </p:nvPr>
        </p:nvSpPr>
        <p:spPr/>
        <p:txBody>
          <a:bodyPr rtlCol="0"/>
          <a:lstStyle/>
          <a:p>
            <a:fld id="{F383C1E2-3CEB-4507-9FBC-25E5F393D9CE}" type="datetime1">
              <a:t>1/29/2026</a:t>
            </a:fld>
            <a:endParaRPr lang="en-US" dirty="0"/>
          </a:p>
        </p:txBody>
      </p:sp>
      <p:sp>
        <p:nvSpPr>
          <p:cNvPr id="6" name="Footer Placeholder 5">
            <a:extLst>
              <a:ext uri="{4CF8102C-24BF-425A-8056-4EB3547835F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3BB7ACD-A892-4615-9EA4-286F540E8734}"/>
              </a:ext>
            </a:extLst>
          </p:cNvPr>
          <p:cNvSpPr>
            <a:spLocks noGrp="1"/>
          </p:cNvSpPr>
          <p:nvPr>
            <p:ph type="ftr" sz="quarter" idx="11"/>
          </p:nvPr>
        </p:nvSpPr>
        <p:spPr/>
        <p:txBody>
          <a:bodyPr rtlCol="0"/>
          <a:lstStyle/>
          <a:p>
            <a:endParaRPr lang="en-US" dirty="0"/>
          </a:p>
        </p:txBody>
      </p:sp>
      <p:sp>
        <p:nvSpPr>
          <p:cNvPr id="7" name="Slide Number Placeholder 6">
            <a:extLst>
              <a:ext uri="{C4F59A02-61AE-434A-87D4-53663ED55BB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5AE3482-29D9-4307-ACE9-07EE11DB5493}"/>
              </a:ext>
            </a:extLst>
          </p:cNvPr>
          <p:cNvSpPr>
            <a:spLocks noGrp="1"/>
          </p:cNvSpPr>
          <p:nvPr>
            <p:ph type="sldNum" sz="quarter" idx="12"/>
          </p:nvPr>
        </p:nvSpPr>
        <p:spPr/>
        <p:txBody>
          <a:bodyPr rtlCol="0"/>
          <a:lstStyle/>
          <a:p>
            <a:fld id="{5A7B8BB3-FD74-4BA1-A7E8-41BED3D601E0}" type="slidenum">
              <a:t>‹#›</a:t>
            </a:fld>
            <a:endParaRPr lang="en-US" dirty="0"/>
          </a:p>
        </p:txBody>
      </p:sp>
    </p:spTree>
    <p:extLst>
      <p:ext uri="{75BC91A9-A047-4DA0-93B8-CD0E753E6655}">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11CF6F8B-C9CE-4656-BF2B-952A5D1133C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D2D566F-0F5C-429F-B985-77F5BE9F3B75}"/>
              </a:ext>
            </a:extLst>
          </p:cNvPr>
          <p:cNvSpPr>
            <a:spLocks noGrp="1"/>
          </p:cNvSpPr>
          <p:nvPr>
            <p:ph type="title"/>
          </p:nvPr>
        </p:nvSpPr>
        <p:spPr>
          <a:xfrm>
            <a:off x="839788" y="365125"/>
            <a:ext cx="10515600" cy="1325563"/>
          </a:xfrm>
        </p:spPr>
        <p:txBody>
          <a:bodyPr rtlCol="0"/>
          <a:lstStyle/>
          <a:p>
            <a:r>
              <a:rPr lang="en-US" dirty="0"/>
              <a:t>Click to edit Master title style</a:t>
            </a:r>
          </a:p>
        </p:txBody>
      </p:sp>
      <p:sp>
        <p:nvSpPr>
          <p:cNvPr id="3" name="Text Placeholder 2">
            <a:extLst>
              <a:ext uri="{196060A0-B9FB-45C3-83A2-06E2E1C2A02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6F48F95-B515-46C3-B949-6C3EE174D39A}"/>
              </a:ext>
            </a:extLst>
          </p:cNvPr>
          <p:cNvSpPr>
            <a:spLocks noGrp="1"/>
          </p:cNvSpPr>
          <p:nvPr>
            <p:ph type="body" idx="1"/>
          </p:nvPr>
        </p:nvSpPr>
        <p:spPr>
          <a:xfrm>
            <a:off x="839788" y="1681163"/>
            <a:ext cx="5157787" cy="823912"/>
          </a:xfrm>
        </p:spPr>
        <p:txBody>
          <a:bodyPr rtlCol="0" anchor="b"/>
          <a:lstStyle>
            <a:lvl1pPr marL="0" lvl="0" indent="0">
              <a:buNone/>
              <a:defRPr lang="en-US" sz="2400" b="1" dirty="0">
                <a:latin typeface="+mn-lt"/>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p>
        </p:txBody>
      </p:sp>
      <p:sp>
        <p:nvSpPr>
          <p:cNvPr id="4" name="Content Placeholder 3">
            <a:extLst>
              <a:ext uri="{5899DA85-167E-4183-AF48-C25CE0E99C6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199A02D-5700-4E6D-8883-F9E60E4DB49E}"/>
              </a:ext>
            </a:extLst>
          </p:cNvPr>
          <p:cNvSpPr>
            <a:spLocks noGrp="1"/>
          </p:cNvSpPr>
          <p:nvPr>
            <p:ph idx="2"/>
          </p:nvPr>
        </p:nvSpPr>
        <p:spPr>
          <a:xfrm>
            <a:off x="839788" y="2505075"/>
            <a:ext cx="5157787" cy="3684588"/>
          </a:xfrm>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5CBE2BC0-2007-44C3-8D2E-C3FD8206FFC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89DE27F-2E28-41F3-911E-A4952BEC0E03}"/>
              </a:ext>
            </a:extLst>
          </p:cNvPr>
          <p:cNvSpPr>
            <a:spLocks noGrp="1"/>
          </p:cNvSpPr>
          <p:nvPr>
            <p:ph type="body" idx="3"/>
          </p:nvPr>
        </p:nvSpPr>
        <p:spPr>
          <a:xfrm>
            <a:off x="6172200" y="1681163"/>
            <a:ext cx="5183187" cy="823912"/>
          </a:xfrm>
        </p:spPr>
        <p:txBody>
          <a:bodyPr rtlCol="0" anchor="b"/>
          <a:lstStyle>
            <a:lvl1pPr marL="0" lvl="0" indent="0">
              <a:buNone/>
              <a:defRPr lang="en-US" sz="2400" b="1" dirty="0">
                <a:latin typeface="+mn-lt"/>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p>
        </p:txBody>
      </p:sp>
      <p:sp>
        <p:nvSpPr>
          <p:cNvPr id="6" name="Content Placeholder 5">
            <a:extLst>
              <a:ext uri="{92DDB945-39EC-4230-B2A6-5260E4C9666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0BAFD8A-3FAC-4CA9-A2C3-693A44B75A23}"/>
              </a:ext>
            </a:extLst>
          </p:cNvPr>
          <p:cNvSpPr>
            <a:spLocks noGrp="1"/>
          </p:cNvSpPr>
          <p:nvPr>
            <p:ph idx="4"/>
          </p:nvPr>
        </p:nvSpPr>
        <p:spPr>
          <a:xfrm>
            <a:off x="6172200" y="2505075"/>
            <a:ext cx="5183187" cy="3684588"/>
          </a:xfrm>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8C2DFF56-94AF-45F1-A4EC-14038391561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53B9E3D-0E86-4E9E-852D-DFC0148B722E}"/>
              </a:ext>
            </a:extLst>
          </p:cNvPr>
          <p:cNvSpPr>
            <a:spLocks noGrp="1"/>
          </p:cNvSpPr>
          <p:nvPr>
            <p:ph type="dt" sz="half" idx="10"/>
          </p:nvPr>
        </p:nvSpPr>
        <p:spPr/>
        <p:txBody>
          <a:bodyPr rtlCol="0"/>
          <a:lstStyle/>
          <a:p>
            <a:fld id="{F2B8D1D0-9012-4761-A7B4-4E8BD581988A}" type="datetime1">
              <a:t>1/29/2026</a:t>
            </a:fld>
            <a:endParaRPr lang="en-US" dirty="0"/>
          </a:p>
        </p:txBody>
      </p:sp>
      <p:sp>
        <p:nvSpPr>
          <p:cNvPr id="8" name="Footer Placeholder 7">
            <a:extLst>
              <a:ext uri="{877470E5-1084-4EDF-AF8A-6CD0D306852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78D76EA-C33B-458A-A2E3-75A31177EFE3}"/>
              </a:ext>
            </a:extLst>
          </p:cNvPr>
          <p:cNvSpPr>
            <a:spLocks noGrp="1"/>
          </p:cNvSpPr>
          <p:nvPr>
            <p:ph type="ftr" sz="quarter" idx="11"/>
          </p:nvPr>
        </p:nvSpPr>
        <p:spPr/>
        <p:txBody>
          <a:bodyPr rtlCol="0"/>
          <a:lstStyle/>
          <a:p>
            <a:endParaRPr lang="en-US" dirty="0"/>
          </a:p>
        </p:txBody>
      </p:sp>
      <p:sp>
        <p:nvSpPr>
          <p:cNvPr id="9" name="Slide Number Placeholder 8">
            <a:extLst>
              <a:ext uri="{B9F9DE0B-B367-4E3C-B42B-B3A80404910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01517AA-C860-4843-8F79-6CE50F22207A}"/>
              </a:ext>
            </a:extLst>
          </p:cNvPr>
          <p:cNvSpPr>
            <a:spLocks noGrp="1"/>
          </p:cNvSpPr>
          <p:nvPr>
            <p:ph type="sldNum" sz="quarter" idx="12"/>
          </p:nvPr>
        </p:nvSpPr>
        <p:spPr/>
        <p:txBody>
          <a:bodyPr rtlCol="0"/>
          <a:lstStyle/>
          <a:p>
            <a:fld id="{BE271DFA-8FB2-49D7-9531-291F51C89B10}" type="slidenum">
              <a:t>‹#›</a:t>
            </a:fld>
            <a:endParaRPr lang="en-US" dirty="0"/>
          </a:p>
        </p:txBody>
      </p:sp>
    </p:spTree>
    <p:extLst>
      <p:ext uri="{E7361CA5-E622-4526-B126-45B3A65B2F15}">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B6A0EBA5-E887-4E20-A4CF-E434048C54A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49089CD-5EF3-48D8-8FDA-841C90E06C6B}"/>
              </a:ext>
            </a:extLst>
          </p:cNvPr>
          <p:cNvSpPr>
            <a:spLocks noGrp="1"/>
          </p:cNvSpPr>
          <p:nvPr>
            <p:ph type="title"/>
          </p:nvPr>
        </p:nvSpPr>
        <p:spPr/>
        <p:txBody>
          <a:bodyPr rtlCol="0"/>
          <a:lstStyle/>
          <a:p>
            <a:r>
              <a:rPr lang="en-US" dirty="0"/>
              <a:t>Click to edit Master title style</a:t>
            </a:r>
          </a:p>
        </p:txBody>
      </p:sp>
      <p:sp>
        <p:nvSpPr>
          <p:cNvPr id="3" name="Date Placeholder 2">
            <a:extLst>
              <a:ext uri="{0058FDD4-502E-424A-8788-B18FF989135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1C56F3E-0F6F-4F96-B467-1C93D32660DD}"/>
              </a:ext>
            </a:extLst>
          </p:cNvPr>
          <p:cNvSpPr>
            <a:spLocks noGrp="1"/>
          </p:cNvSpPr>
          <p:nvPr>
            <p:ph type="dt" sz="half" idx="10"/>
          </p:nvPr>
        </p:nvSpPr>
        <p:spPr/>
        <p:txBody>
          <a:bodyPr rtlCol="0"/>
          <a:lstStyle/>
          <a:p>
            <a:fld id="{5B0EF814-5015-45A2-8D3D-F94C7ADDB6A7}" type="datetime1">
              <a:t>1/29/2026</a:t>
            </a:fld>
            <a:endParaRPr lang="en-US" dirty="0"/>
          </a:p>
        </p:txBody>
      </p:sp>
      <p:sp>
        <p:nvSpPr>
          <p:cNvPr id="4" name="Footer Placeholder 3">
            <a:extLst>
              <a:ext uri="{3AC2EEE0-5EA8-4625-985B-CFCA0A3D98B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F173085-7E92-4796-B6F6-781A61212167}"/>
              </a:ext>
            </a:extLst>
          </p:cNvPr>
          <p:cNvSpPr>
            <a:spLocks noGrp="1"/>
          </p:cNvSpPr>
          <p:nvPr>
            <p:ph type="ftr" sz="quarter" idx="11"/>
          </p:nvPr>
        </p:nvSpPr>
        <p:spPr/>
        <p:txBody>
          <a:bodyPr rtlCol="0"/>
          <a:lstStyle/>
          <a:p>
            <a:endParaRPr lang="en-US" dirty="0"/>
          </a:p>
        </p:txBody>
      </p:sp>
      <p:sp>
        <p:nvSpPr>
          <p:cNvPr id="5" name="Slide Number Placeholder 4">
            <a:extLst>
              <a:ext uri="{CDE45AB0-3FF3-4609-A83F-000ACCE0730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E72DDB7-3C93-4E8C-B9AD-00BA04FB815A}"/>
              </a:ext>
            </a:extLst>
          </p:cNvPr>
          <p:cNvSpPr>
            <a:spLocks noGrp="1"/>
          </p:cNvSpPr>
          <p:nvPr>
            <p:ph type="sldNum" sz="quarter" idx="12"/>
          </p:nvPr>
        </p:nvSpPr>
        <p:spPr/>
        <p:txBody>
          <a:bodyPr rtlCol="0"/>
          <a:lstStyle/>
          <a:p>
            <a:fld id="{B01E65EB-273B-4341-BF7D-96BAD1D2350B}" type="slidenum">
              <a:t>‹#›</a:t>
            </a:fld>
            <a:endParaRPr lang="en-US" dirty="0"/>
          </a:p>
        </p:txBody>
      </p:sp>
    </p:spTree>
    <p:extLst>
      <p:ext uri="{4E15DE81-2238-4D02-A9A9-3CA2DB2B6DCA}">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39C1B1E3-783C-4EA0-BA29-FCFD7E85240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4FF5E45-674C-44F7-8704-061E691FC5BC}"/>
              </a:ext>
            </a:extLst>
          </p:cNvPr>
          <p:cNvSpPr>
            <a:spLocks noGrp="1"/>
          </p:cNvSpPr>
          <p:nvPr>
            <p:ph type="dt" sz="half" idx="10"/>
          </p:nvPr>
        </p:nvSpPr>
        <p:spPr/>
        <p:txBody>
          <a:bodyPr rtlCol="0"/>
          <a:lstStyle/>
          <a:p>
            <a:fld id="{205618FB-F2D6-4EFD-9C0A-5C6DF2560A8C}" type="datetime1">
              <a:t>1/29/2026</a:t>
            </a:fld>
            <a:endParaRPr lang="en-US" dirty="0"/>
          </a:p>
        </p:txBody>
      </p:sp>
      <p:sp>
        <p:nvSpPr>
          <p:cNvPr id="3" name="Footer Placeholder 2">
            <a:extLst>
              <a:ext uri="{2F388517-278A-4310-BDC3-B823EBF84BF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B984A01-9D08-478D-B837-3469250B07CA}"/>
              </a:ext>
            </a:extLst>
          </p:cNvPr>
          <p:cNvSpPr>
            <a:spLocks noGrp="1"/>
          </p:cNvSpPr>
          <p:nvPr>
            <p:ph type="ftr" sz="quarter" idx="11"/>
          </p:nvPr>
        </p:nvSpPr>
        <p:spPr/>
        <p:txBody>
          <a:bodyPr rtlCol="0"/>
          <a:lstStyle/>
          <a:p>
            <a:endParaRPr lang="en-US" dirty="0"/>
          </a:p>
        </p:txBody>
      </p:sp>
      <p:sp>
        <p:nvSpPr>
          <p:cNvPr id="4" name="Slide Number Placeholder 3">
            <a:extLst>
              <a:ext uri="{041255FA-197F-47D3-86DE-FCA34158973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D743EBE-1DDE-4478-ABB6-34B3F16ECC10}"/>
              </a:ext>
            </a:extLst>
          </p:cNvPr>
          <p:cNvSpPr>
            <a:spLocks noGrp="1"/>
          </p:cNvSpPr>
          <p:nvPr>
            <p:ph type="sldNum" sz="quarter" idx="12"/>
          </p:nvPr>
        </p:nvSpPr>
        <p:spPr/>
        <p:txBody>
          <a:bodyPr rtlCol="0"/>
          <a:lstStyle/>
          <a:p>
            <a:fld id="{4865F955-0F4E-4F4D-9332-4E621B3D0B43}" type="slidenum">
              <a:t>‹#›</a:t>
            </a:fld>
            <a:endParaRPr lang="en-US" dirty="0"/>
          </a:p>
        </p:txBody>
      </p:sp>
    </p:spTree>
    <p:extLst>
      <p:ext uri="{EEA4065F-B155-4E8C-801A-1DDE722B8B16}">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DD23D4EA-0041-4561-82BC-1BF423850C3C}">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75C9741-852F-478E-89EE-5273ED258349}"/>
              </a:ext>
            </a:extLst>
          </p:cNvPr>
          <p:cNvSpPr>
            <a:spLocks noGrp="1"/>
          </p:cNvSpPr>
          <p:nvPr>
            <p:ph type="title"/>
          </p:nvPr>
        </p:nvSpPr>
        <p:spPr>
          <a:xfrm>
            <a:off x="839788" y="457200"/>
            <a:ext cx="3932237" cy="1600200"/>
          </a:xfrm>
        </p:spPr>
        <p:txBody>
          <a:bodyPr rtlCol="0" anchor="b"/>
          <a:lstStyle>
            <a:lvl1pPr lvl="0">
              <a:defRPr lang="en-US" sz="3200" dirty="0"/>
            </a:lvl1pPr>
          </a:lstStyle>
          <a:p>
            <a:r>
              <a:rPr lang="en-US" dirty="0"/>
              <a:t>Click to edit Master title style</a:t>
            </a:r>
          </a:p>
        </p:txBody>
      </p:sp>
      <p:sp>
        <p:nvSpPr>
          <p:cNvPr id="3" name="Content Placeholder 2">
            <a:extLst>
              <a:ext uri="{B5F2B8F0-345E-421E-A03C-CD2A376EE15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F41FAF7-C0F9-4220-9916-B70E2D395965}"/>
              </a:ext>
            </a:extLst>
          </p:cNvPr>
          <p:cNvSpPr>
            <a:spLocks noGrp="1"/>
          </p:cNvSpPr>
          <p:nvPr>
            <p:ph idx="1"/>
          </p:nvPr>
        </p:nvSpPr>
        <p:spPr>
          <a:xfrm>
            <a:off x="5183187" y="987425"/>
            <a:ext cx="6172200" cy="4873625"/>
          </a:xfrm>
        </p:spPr>
        <p:txBody>
          <a:bodyPr rtlCol="0"/>
          <a:lstStyle>
            <a:lvl1pPr lvl="0">
              <a:defRPr lang="en-US" sz="3200" dirty="0"/>
            </a:lvl1pPr>
            <a:lvl2pPr lvl="1">
              <a:defRPr lang="en-US" sz="2800" dirty="0"/>
            </a:lvl2pPr>
            <a:lvl3pPr lvl="2">
              <a:defRPr lang="en-US" sz="2400" dirty="0"/>
            </a:lvl3pPr>
            <a:lvl4pPr lvl="3">
              <a:defRPr lang="en-US" sz="2000" dirty="0"/>
            </a:lvl4pPr>
            <a:lvl5pPr lvl="4">
              <a:defRPr lang="en-US" sz="2000" dirty="0"/>
            </a:lvl5pPr>
            <a:lvl6pPr lvl="5">
              <a:defRPr lang="en-US" sz="2000" dirty="0"/>
            </a:lvl6pPr>
            <a:lvl7pPr lvl="6">
              <a:defRPr lang="en-US" sz="2000" dirty="0"/>
            </a:lvl7pPr>
            <a:lvl8pPr lvl="7">
              <a:defRPr lang="en-US" sz="2000" dirty="0"/>
            </a:lvl8pPr>
            <a:lvl9pPr lvl="8">
              <a:defRPr lang="en-US" sz="2000" dirty="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B5644305-B4A9-462C-B074-82274237D80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466D8ED-3C45-42FE-BDDE-D863341CE567}"/>
              </a:ext>
            </a:extLst>
          </p:cNvPr>
          <p:cNvSpPr>
            <a:spLocks noGrp="1"/>
          </p:cNvSpPr>
          <p:nvPr>
            <p:ph type="body" idx="2"/>
          </p:nvPr>
        </p:nvSpPr>
        <p:spPr>
          <a:xfrm>
            <a:off x="839788" y="2057400"/>
            <a:ext cx="3932237" cy="3811587"/>
          </a:xfrm>
        </p:spPr>
        <p:txBody>
          <a:bodyPr rtlCol="0"/>
          <a:lstStyle>
            <a:lvl1pPr marL="0" lvl="0" indent="0">
              <a:buNone/>
              <a:defRPr lang="en-US" sz="1600" dirty="0"/>
            </a:lvl1pPr>
            <a:lvl2pPr marL="457200" lvl="1" indent="0">
              <a:buNone/>
              <a:defRPr lang="en-US" sz="1400" dirty="0"/>
            </a:lvl2pPr>
            <a:lvl3pPr marL="914400" lvl="2" indent="0">
              <a:buNone/>
              <a:defRPr lang="en-US" sz="1200" dirty="0"/>
            </a:lvl3pPr>
            <a:lvl4pPr marL="1371600" lvl="3" indent="0">
              <a:buNone/>
              <a:defRPr lang="en-US" sz="1000" dirty="0"/>
            </a:lvl4pPr>
            <a:lvl5pPr marL="1828800" lvl="4" indent="0">
              <a:buNone/>
              <a:defRPr lang="en-US" sz="1000" dirty="0"/>
            </a:lvl5pPr>
            <a:lvl6pPr marL="2286000" lvl="5" indent="0">
              <a:buNone/>
              <a:defRPr lang="en-US" sz="1000" dirty="0"/>
            </a:lvl6pPr>
            <a:lvl7pPr marL="2743200" lvl="6" indent="0">
              <a:buNone/>
              <a:defRPr lang="en-US" sz="1000" dirty="0"/>
            </a:lvl7pPr>
            <a:lvl8pPr marL="3200400" lvl="7" indent="0">
              <a:buNone/>
              <a:defRPr lang="en-US" sz="1000" dirty="0"/>
            </a:lvl8pPr>
            <a:lvl9pPr marL="3657600" lvl="8" indent="0">
              <a:buNone/>
              <a:defRPr lang="en-US" sz="1000" dirty="0"/>
            </a:lvl9pPr>
          </a:lstStyle>
          <a:p>
            <a:pPr lvl="0"/>
            <a:r>
              <a:rPr lang="en-US" dirty="0"/>
              <a:t>Click to edit Master text styles</a:t>
            </a:r>
          </a:p>
        </p:txBody>
      </p:sp>
      <p:sp>
        <p:nvSpPr>
          <p:cNvPr id="5" name="Date Placeholder 4">
            <a:extLst>
              <a:ext uri="{7CA32056-9237-4447-9493-83DC07A0A14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70FDFDF-3701-4138-8ECA-59A925E5A873}"/>
              </a:ext>
            </a:extLst>
          </p:cNvPr>
          <p:cNvSpPr>
            <a:spLocks noGrp="1"/>
          </p:cNvSpPr>
          <p:nvPr>
            <p:ph type="dt" sz="half" idx="10"/>
          </p:nvPr>
        </p:nvSpPr>
        <p:spPr/>
        <p:txBody>
          <a:bodyPr rtlCol="0"/>
          <a:lstStyle/>
          <a:p>
            <a:fld id="{FEB58A4F-8C34-40CA-A8D6-5CA466825661}" type="datetime1">
              <a:t>1/29/2026</a:t>
            </a:fld>
            <a:endParaRPr lang="en-US" dirty="0"/>
          </a:p>
        </p:txBody>
      </p:sp>
      <p:sp>
        <p:nvSpPr>
          <p:cNvPr id="6" name="Footer Placeholder 5">
            <a:extLst>
              <a:ext uri="{D4C3423F-4612-4DFA-8068-5513AA22D27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885A593-37D4-43D8-8893-6459490145E0}"/>
              </a:ext>
            </a:extLst>
          </p:cNvPr>
          <p:cNvSpPr>
            <a:spLocks noGrp="1"/>
          </p:cNvSpPr>
          <p:nvPr>
            <p:ph type="ftr" sz="quarter" idx="11"/>
          </p:nvPr>
        </p:nvSpPr>
        <p:spPr/>
        <p:txBody>
          <a:bodyPr rtlCol="0"/>
          <a:lstStyle/>
          <a:p>
            <a:endParaRPr lang="en-US" dirty="0"/>
          </a:p>
        </p:txBody>
      </p:sp>
      <p:sp>
        <p:nvSpPr>
          <p:cNvPr id="7" name="Slide Number Placeholder 6">
            <a:extLst>
              <a:ext uri="{8EE186E2-F62E-47FE-9884-4E2955D5570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CCD45C4-5898-465C-B67F-9F32AE11B7A6}"/>
              </a:ext>
            </a:extLst>
          </p:cNvPr>
          <p:cNvSpPr>
            <a:spLocks noGrp="1"/>
          </p:cNvSpPr>
          <p:nvPr>
            <p:ph type="sldNum" sz="quarter" idx="12"/>
          </p:nvPr>
        </p:nvSpPr>
        <p:spPr/>
        <p:txBody>
          <a:bodyPr rtlCol="0"/>
          <a:lstStyle/>
          <a:p>
            <a:fld id="{C77ED3EC-DAAD-48B6-9E23-9FD05C6E6F37}" type="slidenum">
              <a:t>‹#›</a:t>
            </a:fld>
            <a:endParaRPr lang="en-US" dirty="0"/>
          </a:p>
        </p:txBody>
      </p:sp>
    </p:spTree>
    <p:extLst>
      <p:ext uri="{6AFDF56C-8D87-4773-9959-6D875769A2F0}">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2FFCBE5D-FA76-46F5-98B9-07D25C461C1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71B7DD8-B295-48F6-8212-52F8AC88AEF9}"/>
              </a:ext>
            </a:extLst>
          </p:cNvPr>
          <p:cNvSpPr>
            <a:spLocks noGrp="1"/>
          </p:cNvSpPr>
          <p:nvPr>
            <p:ph type="title"/>
          </p:nvPr>
        </p:nvSpPr>
        <p:spPr>
          <a:xfrm>
            <a:off x="839788" y="457200"/>
            <a:ext cx="3932237" cy="1600200"/>
          </a:xfrm>
        </p:spPr>
        <p:txBody>
          <a:bodyPr rtlCol="0" anchor="b"/>
          <a:lstStyle>
            <a:lvl1pPr lvl="0">
              <a:defRPr lang="en-US" sz="3200" dirty="0"/>
            </a:lvl1pPr>
          </a:lstStyle>
          <a:p>
            <a:r>
              <a:rPr lang="en-US" dirty="0"/>
              <a:t>Click to edit Master title style</a:t>
            </a:r>
          </a:p>
        </p:txBody>
      </p:sp>
      <p:sp>
        <p:nvSpPr>
          <p:cNvPr id="3" name="Picture Placeholder 2">
            <a:extLst>
              <a:ext uri="{68B66CC6-5707-4C23-84B0-967C8546404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513D725-2490-4DE8-A37F-52D2032EA0EB}"/>
              </a:ext>
            </a:extLst>
          </p:cNvPr>
          <p:cNvSpPr>
            <a:spLocks noGrp="1" noChangeAspect="1"/>
          </p:cNvSpPr>
          <p:nvPr>
            <p:ph type="pic" idx="1"/>
          </p:nvPr>
        </p:nvSpPr>
        <p:spPr>
          <a:xfrm>
            <a:off x="5183187" y="987425"/>
            <a:ext cx="6172200" cy="4873625"/>
          </a:xfrm>
        </p:spPr>
        <p:txBody>
          <a:bodyPr rtlCol="0" anchor="t"/>
          <a:lstStyle>
            <a:lvl1pPr marL="0" lvl="0" indent="0">
              <a:buNone/>
              <a:defRPr lang="en-US" sz="3200" dirty="0"/>
            </a:lvl1pPr>
            <a:lvl2pPr marL="457200" lvl="1" indent="0">
              <a:buNone/>
              <a:defRPr lang="en-US" sz="2800" dirty="0"/>
            </a:lvl2pPr>
            <a:lvl3pPr marL="914400" lvl="2" indent="0">
              <a:buNone/>
              <a:defRPr lang="en-US" sz="2400" dirty="0"/>
            </a:lvl3pPr>
            <a:lvl4pPr marL="1371600" lvl="3" indent="0">
              <a:buNone/>
              <a:defRPr lang="en-US" sz="2000" dirty="0"/>
            </a:lvl4pPr>
            <a:lvl5pPr marL="1828800" lvl="4" indent="0">
              <a:buNone/>
              <a:defRPr lang="en-US" sz="2000" dirty="0"/>
            </a:lvl5pPr>
            <a:lvl6pPr marL="2286000" lvl="5" indent="0">
              <a:buNone/>
              <a:defRPr lang="en-US" sz="2000" dirty="0"/>
            </a:lvl6pPr>
            <a:lvl7pPr marL="2743200" lvl="6" indent="0">
              <a:buNone/>
              <a:defRPr lang="en-US" sz="2000" dirty="0"/>
            </a:lvl7pPr>
            <a:lvl8pPr marL="3200400" lvl="7" indent="0">
              <a:buNone/>
              <a:defRPr lang="en-US" sz="2000" dirty="0"/>
            </a:lvl8pPr>
            <a:lvl9pPr marL="3657600" lvl="8" indent="0">
              <a:buNone/>
              <a:defRPr lang="en-US" sz="2000" dirty="0"/>
            </a:lvl9pPr>
          </a:lstStyle>
          <a:p>
            <a:endParaRPr lang="en-US" dirty="0"/>
          </a:p>
        </p:txBody>
      </p:sp>
      <p:sp>
        <p:nvSpPr>
          <p:cNvPr id="4" name="Text Placeholder 3">
            <a:extLst>
              <a:ext uri="{4CE9D9D1-6000-48AB-9001-1C4B58DC50A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7914A40-811E-4BD7-9085-F22185E869EB}"/>
              </a:ext>
            </a:extLst>
          </p:cNvPr>
          <p:cNvSpPr>
            <a:spLocks noGrp="1"/>
          </p:cNvSpPr>
          <p:nvPr>
            <p:ph type="body" idx="2"/>
          </p:nvPr>
        </p:nvSpPr>
        <p:spPr>
          <a:xfrm>
            <a:off x="839788" y="2057400"/>
            <a:ext cx="3932237" cy="3811587"/>
          </a:xfrm>
        </p:spPr>
        <p:txBody>
          <a:bodyPr rtlCol="0"/>
          <a:lstStyle>
            <a:lvl1pPr marL="0" lvl="0" indent="0">
              <a:buNone/>
              <a:defRPr lang="en-US" sz="1600" dirty="0"/>
            </a:lvl1pPr>
            <a:lvl2pPr marL="457200" lvl="1" indent="0">
              <a:buNone/>
              <a:defRPr lang="en-US" sz="1400" dirty="0"/>
            </a:lvl2pPr>
            <a:lvl3pPr marL="914400" lvl="2" indent="0">
              <a:buNone/>
              <a:defRPr lang="en-US" sz="1200" dirty="0"/>
            </a:lvl3pPr>
            <a:lvl4pPr marL="1371600" lvl="3" indent="0">
              <a:buNone/>
              <a:defRPr lang="en-US" sz="1000" dirty="0"/>
            </a:lvl4pPr>
            <a:lvl5pPr marL="1828800" lvl="4" indent="0">
              <a:buNone/>
              <a:defRPr lang="en-US" sz="1000" dirty="0"/>
            </a:lvl5pPr>
            <a:lvl6pPr marL="2286000" lvl="5" indent="0">
              <a:buNone/>
              <a:defRPr lang="en-US" sz="1000" dirty="0"/>
            </a:lvl6pPr>
            <a:lvl7pPr marL="2743200" lvl="6" indent="0">
              <a:buNone/>
              <a:defRPr lang="en-US" sz="1000" dirty="0"/>
            </a:lvl7pPr>
            <a:lvl8pPr marL="3200400" lvl="7" indent="0">
              <a:buNone/>
              <a:defRPr lang="en-US" sz="1000" dirty="0"/>
            </a:lvl8pPr>
            <a:lvl9pPr marL="3657600" lvl="8" indent="0">
              <a:buNone/>
              <a:defRPr lang="en-US" sz="1000" dirty="0"/>
            </a:lvl9pPr>
          </a:lstStyle>
          <a:p>
            <a:pPr lvl="0"/>
            <a:r>
              <a:rPr lang="en-US" dirty="0"/>
              <a:t>Click to edit Master text styles</a:t>
            </a:r>
          </a:p>
        </p:txBody>
      </p:sp>
      <p:sp>
        <p:nvSpPr>
          <p:cNvPr id="5" name="Date Placeholder 4">
            <a:extLst>
              <a:ext uri="{2DC39AC6-8CF8-4418-9FE2-C18ED79115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DE3C2BA-B264-4446-AF49-F3DF29B380AE}"/>
              </a:ext>
            </a:extLst>
          </p:cNvPr>
          <p:cNvSpPr>
            <a:spLocks noGrp="1"/>
          </p:cNvSpPr>
          <p:nvPr>
            <p:ph type="dt" sz="half" idx="10"/>
          </p:nvPr>
        </p:nvSpPr>
        <p:spPr/>
        <p:txBody>
          <a:bodyPr rtlCol="0"/>
          <a:lstStyle/>
          <a:p>
            <a:fld id="{B2503D0D-FDAE-405A-B65B-F8A5EE09A316}" type="datetime1">
              <a:t>1/29/2026</a:t>
            </a:fld>
            <a:endParaRPr lang="en-US" dirty="0"/>
          </a:p>
        </p:txBody>
      </p:sp>
      <p:sp>
        <p:nvSpPr>
          <p:cNvPr id="6" name="Footer Placeholder 5">
            <a:extLst>
              <a:ext uri="{12C1D166-F38E-4DD3-BCD7-886E189189C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03C8BB4-A5BA-4B06-BA25-78D6174461D7}"/>
              </a:ext>
            </a:extLst>
          </p:cNvPr>
          <p:cNvSpPr>
            <a:spLocks noGrp="1"/>
          </p:cNvSpPr>
          <p:nvPr>
            <p:ph type="ftr" sz="quarter" idx="11"/>
          </p:nvPr>
        </p:nvSpPr>
        <p:spPr/>
        <p:txBody>
          <a:bodyPr rtlCol="0"/>
          <a:lstStyle/>
          <a:p>
            <a:endParaRPr lang="en-US" dirty="0"/>
          </a:p>
        </p:txBody>
      </p:sp>
      <p:sp>
        <p:nvSpPr>
          <p:cNvPr id="7" name="Slide Number Placeholder 6">
            <a:extLst>
              <a:ext uri="{E903F763-A863-45F8-A82D-34CD2B4B7A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9F83DC4-C171-49B7-B413-BC3F5635B43A}"/>
              </a:ext>
            </a:extLst>
          </p:cNvPr>
          <p:cNvSpPr>
            <a:spLocks noGrp="1"/>
          </p:cNvSpPr>
          <p:nvPr>
            <p:ph type="sldNum" sz="quarter" idx="12"/>
          </p:nvPr>
        </p:nvSpPr>
        <p:spPr/>
        <p:txBody>
          <a:bodyPr rtlCol="0"/>
          <a:lstStyle/>
          <a:p>
            <a:fld id="{A10E4F93-67F3-4F75-A9F5-E17D5EA1C324}" type="slidenum">
              <a:t>‹#›</a:t>
            </a:fld>
            <a:endParaRPr lang="en-US" dirty="0"/>
          </a:p>
        </p:txBody>
      </p:sp>
    </p:spTree>
    <p:extLst>
      <p:ext uri="{9485419E-6A89-4E3C-B6C3-78B3F412A878}">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A41205D8-3AB7-41E3-B963-3BACEB1CD1F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748EC68-F6EF-4BDF-BF68-2BBEA54BEE75}"/>
              </a:ext>
            </a:extLst>
          </p:cNvPr>
          <p:cNvSpPr>
            <a:spLocks noGrp="1"/>
          </p:cNvSpPr>
          <p:nvPr>
            <p:ph type="title"/>
          </p:nvPr>
        </p:nvSpPr>
        <p:spPr/>
        <p:txBody>
          <a:bodyPr rtlCol="0"/>
          <a:lstStyle/>
          <a:p>
            <a:r>
              <a:rPr lang="en-US" dirty="0"/>
              <a:t>Click to edit Master title style</a:t>
            </a:r>
          </a:p>
        </p:txBody>
      </p:sp>
      <p:sp>
        <p:nvSpPr>
          <p:cNvPr id="3" name="Vertical Text Placeholder 2">
            <a:extLst>
              <a:ext uri="{56711944-61C2-44B9-88CC-DC35E2AFE9C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21AFDF7-09FE-4FA4-9993-6E20CB7F6F15}"/>
              </a:ext>
            </a:extLst>
          </p:cNvPr>
          <p:cNvSpPr>
            <a:spLocks noGrp="1"/>
          </p:cNvSpPr>
          <p:nvPr>
            <p:ph type="body" idx="1"/>
          </p:nvPr>
        </p:nvSpPr>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165A7AE2-27AE-4800-8F47-148E2C239BB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605DD07-12A2-4108-A330-BF315301A439}"/>
              </a:ext>
            </a:extLst>
          </p:cNvPr>
          <p:cNvSpPr>
            <a:spLocks noGrp="1"/>
          </p:cNvSpPr>
          <p:nvPr>
            <p:ph type="dt" sz="half" idx="10"/>
          </p:nvPr>
        </p:nvSpPr>
        <p:spPr/>
        <p:txBody>
          <a:bodyPr rtlCol="0"/>
          <a:lstStyle/>
          <a:p>
            <a:fld id="{A2F5A6A8-17C6-49FD-8B72-EF603E4A8E63}" type="datetime1">
              <a:t>1/29/2026</a:t>
            </a:fld>
            <a:endParaRPr lang="en-US" dirty="0"/>
          </a:p>
        </p:txBody>
      </p:sp>
      <p:sp>
        <p:nvSpPr>
          <p:cNvPr id="5" name="Footer Placeholder 4">
            <a:extLst>
              <a:ext uri="{3444CEFB-FA22-456D-B4A9-01510D4DF5F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FC726BA-3F41-469E-AA26-F98BC3B15077}"/>
              </a:ext>
            </a:extLst>
          </p:cNvPr>
          <p:cNvSpPr>
            <a:spLocks noGrp="1"/>
          </p:cNvSpPr>
          <p:nvPr>
            <p:ph type="ftr" sz="quarter" idx="11"/>
          </p:nvPr>
        </p:nvSpPr>
        <p:spPr/>
        <p:txBody>
          <a:bodyPr rtlCol="0"/>
          <a:lstStyle/>
          <a:p>
            <a:endParaRPr lang="en-US" dirty="0"/>
          </a:p>
        </p:txBody>
      </p:sp>
      <p:sp>
        <p:nvSpPr>
          <p:cNvPr id="6" name="Slide Number Placeholder 5">
            <a:extLst>
              <a:ext uri="{B2C28B78-360B-4D39-91C4-74363BB32AD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F943166-C754-45B9-B88C-BE431295E2EA}"/>
              </a:ext>
            </a:extLst>
          </p:cNvPr>
          <p:cNvSpPr>
            <a:spLocks noGrp="1"/>
          </p:cNvSpPr>
          <p:nvPr>
            <p:ph type="sldNum" sz="quarter" idx="12"/>
          </p:nvPr>
        </p:nvSpPr>
        <p:spPr/>
        <p:txBody>
          <a:bodyPr rtlCol="0"/>
          <a:lstStyle/>
          <a:p>
            <a:fld id="{393A4479-6FB2-42DD-B994-4478D13CBBE1}" type="slidenum">
              <a:t>‹#›</a:t>
            </a:fld>
            <a:endParaRPr lang="en-US" dirty="0"/>
          </a:p>
        </p:txBody>
      </p:sp>
    </p:spTree>
    <p:extLst>
      <p:ext uri="{0DE9D2AE-0E1B-48DE-B761-39118CE22DC3}">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89528726-9AEC-44AC-AD3E-F5A911C7AFA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C33A5C8-F16D-4339-917E-59DEB31B083D}"/>
              </a:ext>
            </a:extLst>
          </p:cNvPr>
          <p:cNvSpPr>
            <a:spLocks noGrp="1"/>
          </p:cNvSpPr>
          <p:nvPr>
            <p:ph type="title"/>
          </p:nvPr>
        </p:nvSpPr>
        <p:spPr>
          <a:xfrm>
            <a:off x="8724900" y="365125"/>
            <a:ext cx="2628900" cy="5811838"/>
          </a:xfrm>
        </p:spPr>
        <p:txBody>
          <a:bodyPr rtlCol="0"/>
          <a:lstStyle/>
          <a:p>
            <a:r>
              <a:rPr lang="en-US" dirty="0"/>
              <a:t>Click to edit Master title style</a:t>
            </a:r>
          </a:p>
        </p:txBody>
      </p:sp>
      <p:sp>
        <p:nvSpPr>
          <p:cNvPr id="3" name="Vertical Text Placeholder 2">
            <a:extLst>
              <a:ext uri="{16AD1A8D-EDE5-48F4-902A-4C53EC0E42B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1B6605B-C9EC-4AD7-BD7F-EF263965B148}"/>
              </a:ext>
            </a:extLst>
          </p:cNvPr>
          <p:cNvSpPr>
            <a:spLocks noGrp="1"/>
          </p:cNvSpPr>
          <p:nvPr>
            <p:ph type="body" idx="1"/>
          </p:nvPr>
        </p:nvSpPr>
        <p:spPr>
          <a:xfrm>
            <a:off x="838200" y="365125"/>
            <a:ext cx="7734300" cy="5811838"/>
          </a:xfrm>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4929FE3D-F453-4698-810E-1CD105A5E08B}">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0C391223-7CC6-4E89-BEBB-2CDA986BAEE5}"/>
              </a:ext>
            </a:extLst>
          </p:cNvPr>
          <p:cNvSpPr>
            <a:spLocks noGrp="1"/>
          </p:cNvSpPr>
          <p:nvPr>
            <p:ph type="dt" sz="half" idx="10"/>
          </p:nvPr>
        </p:nvSpPr>
        <p:spPr/>
        <p:txBody>
          <a:bodyPr rtlCol="0"/>
          <a:lstStyle/>
          <a:p>
            <a:fld id="{22147729-7827-42F1-A59B-3F9BDD7F4830}" type="datetime1">
              <a:t>1/29/2026</a:t>
            </a:fld>
            <a:endParaRPr lang="en-US" dirty="0"/>
          </a:p>
        </p:txBody>
      </p:sp>
      <p:sp>
        <p:nvSpPr>
          <p:cNvPr id="5" name="Footer Placeholder 4">
            <a:extLst>
              <a:ext uri="{814F62A5-6177-4A74-9C2E-E016BB68E41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6488D02-88A7-4A75-BFB2-0046D38B5335}"/>
              </a:ext>
            </a:extLst>
          </p:cNvPr>
          <p:cNvSpPr>
            <a:spLocks noGrp="1"/>
          </p:cNvSpPr>
          <p:nvPr>
            <p:ph type="ftr" sz="quarter" idx="11"/>
          </p:nvPr>
        </p:nvSpPr>
        <p:spPr/>
        <p:txBody>
          <a:bodyPr rtlCol="0"/>
          <a:lstStyle/>
          <a:p>
            <a:endParaRPr lang="en-US" dirty="0"/>
          </a:p>
        </p:txBody>
      </p:sp>
      <p:sp>
        <p:nvSpPr>
          <p:cNvPr id="6" name="Slide Number Placeholder 5">
            <a:extLst>
              <a:ext uri="{58EBEBA3-1928-4B18-91BD-368F08906F6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4E99C83-0333-4618-B874-D02B4C4239D9}"/>
              </a:ext>
            </a:extLst>
          </p:cNvPr>
          <p:cNvSpPr>
            <a:spLocks noGrp="1"/>
          </p:cNvSpPr>
          <p:nvPr>
            <p:ph type="sldNum" sz="quarter" idx="12"/>
          </p:nvPr>
        </p:nvSpPr>
        <p:spPr/>
        <p:txBody>
          <a:bodyPr rtlCol="0"/>
          <a:lstStyle/>
          <a:p>
            <a:fld id="{CD4C6F19-E9C2-4175-A761-4E474E9890D5}" type="slidenum">
              <a:t>‹#›</a:t>
            </a:fld>
            <a:endParaRPr lang="en-US" dirty="0"/>
          </a:p>
        </p:txBody>
      </p:sp>
    </p:spTree>
    <p:extLst>
      <p:ext uri="{D9AE5700-7B1E-4B4A-A116-E8C1FFA59D58}">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Ref idx="1001">
        <a:schemeClr val="bg1"/>
      </p:bgRef>
    </p:bg>
    <p:spTree>
      <p:nvGrpSpPr>
        <p:cNvPr id="1" name=""/>
        <p:cNvGrpSpPr/>
        <p:nvPr/>
      </p:nvGrpSpPr>
      <p:grpSpPr>
        <a:xfrm>
          <a:off x="0" y="0"/>
          <a:ext cx="0" cy="0"/>
          <a:chOff x="0" y="0"/>
          <a:chExt cx="0" cy="0"/>
        </a:xfrm>
      </p:grpSpPr>
      <p:sp>
        <p:nvSpPr>
          <p:cNvPr id="2" name="Title Placeholder 1">
            <a:extLst>
              <a:ext uri="{7DF7A676-8796-459F-8AA7-131609C32C59}">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CAE281AB-C12E-4A15-973A-67A201468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B6CB241F-DA5F-4FEA-9D52-D06D468DD070}">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B24F2C5-F3E7-4CBF-9F9D-9E07C818C7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071474FC-E51B-4862-93DD-725D9A629C1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F7A294-6365-4B97-BD51-23A259BF6A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lvl="0" algn="l">
              <a:defRPr lang="en-US" sz="1200" dirty="0">
                <a:solidFill>
                  <a:schemeClr val="tx1">
                    <a:tint val="75000"/>
                  </a:schemeClr>
                </a:solidFill>
              </a:defRPr>
            </a:lvl1pPr>
          </a:lstStyle>
          <a:p>
            <a:fld id="{E65AA9E3-640E-4A3A-9D55-AD5DA1575563}" type="datetime1">
              <a:t>1/29/2026</a:t>
            </a:fld>
            <a:endParaRPr lang="en-US" dirty="0"/>
          </a:p>
        </p:txBody>
      </p:sp>
      <p:sp>
        <p:nvSpPr>
          <p:cNvPr id="5" name="Footer Placeholder 4">
            <a:extLst>
              <a:ext uri="{08779A94-CF63-402D-B1E9-F95EA9492CE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B32BDFC-0EC2-4368-9D6A-A72B947D4A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lvl="0" algn="ctr">
              <a:defRPr lang="en-US" sz="1200" dirty="0">
                <a:solidFill>
                  <a:schemeClr val="tx1">
                    <a:tint val="75000"/>
                  </a:schemeClr>
                </a:solidFill>
              </a:defRPr>
            </a:lvl1pPr>
          </a:lstStyle>
          <a:p>
            <a:endParaRPr lang="en-US" dirty="0"/>
          </a:p>
        </p:txBody>
      </p:sp>
      <p:sp>
        <p:nvSpPr>
          <p:cNvPr id="6" name="Slide Number Placeholder 5">
            <a:extLst>
              <a:ext uri="{864C6542-57B2-4DD3-9D91-D7ED3D554DF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3B4B1F8-74F1-46EE-B82B-1D4C36923B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lvl="0" algn="r">
              <a:defRPr lang="en-US" sz="1200" dirty="0">
                <a:solidFill>
                  <a:schemeClr val="tx1">
                    <a:tint val="75000"/>
                  </a:schemeClr>
                </a:solidFill>
              </a:defRPr>
            </a:lvl1pPr>
          </a:lstStyle>
          <a:p>
            <a:fld id="{E269B642-849B-40D6-9B1E-69E6177BA9FE}" type="slidenum">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lvl="0" algn="l" rtl="0">
        <a:lnSpc>
          <a:spcPct val="90000"/>
        </a:lnSpc>
        <a:spcBef>
          <a:spcPct val="0"/>
        </a:spcBef>
        <a:buNone/>
        <a:defRPr lang="en-US" sz="4400" dirty="0">
          <a:solidFill>
            <a:schemeClr val="tx1"/>
          </a:solidFill>
          <a:latin typeface="+mj-lt"/>
        </a:defRPr>
      </a:lvl1pPr>
    </p:titleStyle>
    <p:bodyStyle>
      <a:lvl1pPr marL="228600" lvl="0" indent="-228600" algn="l" rtl="0">
        <a:lnSpc>
          <a:spcPct val="90000"/>
        </a:lnSpc>
        <a:spcBef>
          <a:spcPts val="1000"/>
        </a:spcBef>
        <a:buFont typeface="Arial"/>
        <a:buChar char="•"/>
        <a:defRPr lang="en-US" sz="2800" dirty="0">
          <a:solidFill>
            <a:schemeClr val="tx1"/>
          </a:solidFill>
          <a:latin typeface="+mn-lt"/>
        </a:defRPr>
      </a:lvl1pPr>
      <a:lvl2pPr marL="685800" lvl="1" indent="-228600" algn="l" rtl="0">
        <a:lnSpc>
          <a:spcPct val="90000"/>
        </a:lnSpc>
        <a:spcBef>
          <a:spcPts val="500"/>
        </a:spcBef>
        <a:buFont typeface="Arial"/>
        <a:buChar char="•"/>
        <a:defRPr lang="en-US" sz="2400" dirty="0">
          <a:solidFill>
            <a:schemeClr val="tx1"/>
          </a:solidFill>
          <a:latin typeface="+mn-lt"/>
        </a:defRPr>
      </a:lvl2pPr>
      <a:lvl3pPr marL="1143000" lvl="2" indent="-228600" algn="l" rtl="0">
        <a:lnSpc>
          <a:spcPct val="90000"/>
        </a:lnSpc>
        <a:spcBef>
          <a:spcPts val="500"/>
        </a:spcBef>
        <a:buFont typeface="Arial"/>
        <a:buChar char="•"/>
        <a:defRPr lang="en-US" sz="2000" dirty="0">
          <a:solidFill>
            <a:schemeClr val="tx1"/>
          </a:solidFill>
          <a:latin typeface="+mn-lt"/>
        </a:defRPr>
      </a:lvl3pPr>
      <a:lvl4pPr marL="1600200" lvl="3" indent="-228600" algn="l" rtl="0">
        <a:lnSpc>
          <a:spcPct val="90000"/>
        </a:lnSpc>
        <a:spcBef>
          <a:spcPts val="500"/>
        </a:spcBef>
        <a:buFont typeface="Arial"/>
        <a:buChar char="•"/>
        <a:defRPr lang="en-US" sz="1800" dirty="0">
          <a:solidFill>
            <a:schemeClr val="tx1"/>
          </a:solidFill>
          <a:latin typeface="+mn-lt"/>
        </a:defRPr>
      </a:lvl4pPr>
      <a:lvl5pPr marL="2057400" lvl="4" indent="-228600" algn="l" rtl="0">
        <a:lnSpc>
          <a:spcPct val="90000"/>
        </a:lnSpc>
        <a:spcBef>
          <a:spcPts val="500"/>
        </a:spcBef>
        <a:buFont typeface="Arial"/>
        <a:buChar char="•"/>
        <a:defRPr lang="en-US" sz="1800" dirty="0">
          <a:solidFill>
            <a:schemeClr val="tx1"/>
          </a:solidFill>
          <a:latin typeface="+mn-lt"/>
        </a:defRPr>
      </a:lvl5pPr>
      <a:lvl6pPr marL="2514600" lvl="5" indent="-228600" algn="l" rtl="0">
        <a:lnSpc>
          <a:spcPct val="90000"/>
        </a:lnSpc>
        <a:spcBef>
          <a:spcPts val="500"/>
        </a:spcBef>
        <a:buFont typeface="Arial"/>
        <a:buChar char="•"/>
        <a:defRPr lang="en-US" sz="1800" dirty="0">
          <a:solidFill>
            <a:schemeClr val="tx1"/>
          </a:solidFill>
          <a:latin typeface="+mn-lt"/>
        </a:defRPr>
      </a:lvl6pPr>
      <a:lvl7pPr marL="2971800" lvl="6" indent="-228600" algn="l" rtl="0">
        <a:lnSpc>
          <a:spcPct val="90000"/>
        </a:lnSpc>
        <a:spcBef>
          <a:spcPts val="500"/>
        </a:spcBef>
        <a:buFont typeface="Arial"/>
        <a:buChar char="•"/>
        <a:defRPr lang="en-US" sz="1800" dirty="0">
          <a:solidFill>
            <a:schemeClr val="tx1"/>
          </a:solidFill>
          <a:latin typeface="+mn-lt"/>
        </a:defRPr>
      </a:lvl7pPr>
      <a:lvl8pPr marL="3429000" lvl="7" indent="-228600" algn="l" rtl="0">
        <a:lnSpc>
          <a:spcPct val="90000"/>
        </a:lnSpc>
        <a:spcBef>
          <a:spcPts val="500"/>
        </a:spcBef>
        <a:buFont typeface="Arial"/>
        <a:buChar char="•"/>
        <a:defRPr lang="en-US" sz="1800" dirty="0">
          <a:solidFill>
            <a:schemeClr val="tx1"/>
          </a:solidFill>
          <a:latin typeface="+mn-lt"/>
        </a:defRPr>
      </a:lvl8pPr>
      <a:lvl9pPr marL="3886200" lvl="8" indent="-228600" algn="l" rtl="0">
        <a:lnSpc>
          <a:spcPct val="90000"/>
        </a:lnSpc>
        <a:spcBef>
          <a:spcPts val="500"/>
        </a:spcBef>
        <a:buFont typeface="Arial"/>
        <a:buChar char="•"/>
        <a:defRPr lang="en-US" sz="18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Title 6">
            <a:extLst>
              <a:ext uri="{ED9CA6FB-DE42-4BBF-B4CC-A8AA522E8B5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9AE46D0-2C0D-41E8-BAE2-F3638818AEBE}"/>
              </a:ext>
            </a:extLst>
          </p:cNvPr>
          <p:cNvSpPr>
            <a:spLocks noGrp="1"/>
          </p:cNvSpPr>
          <p:nvPr>
            <p:ph type="title"/>
          </p:nvPr>
        </p:nvSpPr>
        <p:spPr>
          <a:xfrm>
            <a:off x="2519220" y="95546"/>
            <a:ext cx="8839200" cy="2178332"/>
          </a:xfrm>
        </p:spPr>
        <p:txBody>
          <a:bodyPr rtlCol="0">
            <a:normAutofit/>
          </a:bodyPr>
          <a:lstStyle/>
          <a:p>
            <a:r>
              <a:rPr lang="en-US" sz="4000" b="1" dirty="0">
                <a:solidFill>
                  <a:srgbClr val="FF0000"/>
                </a:solidFill>
                <a:latin typeface="Times New Roman"/>
              </a:rPr>
              <a:t>CMR Technical Campus</a:t>
            </a:r>
            <a:br>
              <a:rPr lang="en-US" sz="4000" b="1" dirty="0">
                <a:latin typeface="Times New Roman"/>
              </a:rPr>
            </a:br>
            <a:r>
              <a:rPr lang="en-US" sz="4000" b="1" dirty="0">
                <a:solidFill>
                  <a:srgbClr val="00B0F0"/>
                </a:solidFill>
                <a:latin typeface="Times New Roman"/>
              </a:rPr>
              <a:t>Department of Information Technology</a:t>
            </a:r>
          </a:p>
          <a:p>
            <a:endParaRPr lang="en-US" dirty="0"/>
          </a:p>
        </p:txBody>
      </p:sp>
      <p:pic>
        <p:nvPicPr>
          <p:cNvPr id="3" name="Picture 7" descr="A logo with a flower&#10;&#10;Description automatically generated">
            <a:extLst>
              <a:ext uri="{4D361329-0F30-4A96-88F2-EE23789D81C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87893E9-B8D9-47BB-B8B0-4F598E8A20C2}"/>
              </a:ext>
            </a:extLst>
          </p:cNvPr>
          <p:cNvPicPr>
            <a:picLocks noChangeAspect="1"/>
          </p:cNvPicPr>
          <p:nvPr/>
        </p:nvPicPr>
        <p:blipFill>
          <a:blip r:embed="rId2"/>
          <a:stretch>
            <a:fillRect/>
          </a:stretch>
        </p:blipFill>
        <p:spPr>
          <a:xfrm>
            <a:off x="614145" y="299400"/>
            <a:ext cx="1648967" cy="1429829"/>
          </a:xfrm>
          <a:prstGeom prst="rect">
            <a:avLst/>
          </a:prstGeom>
          <a:noFill/>
        </p:spPr>
      </p:pic>
      <p:sp>
        <p:nvSpPr>
          <p:cNvPr id="4" name="TextBox 8">
            <a:extLst>
              <a:ext uri="{2A500AD5-FA03-4398-9DFF-C747D18F3A2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6CBB913-720E-4E53-B62B-E5FBE86EE078}"/>
              </a:ext>
            </a:extLst>
          </p:cNvPr>
          <p:cNvSpPr txBox="1"/>
          <p:nvPr/>
        </p:nvSpPr>
        <p:spPr>
          <a:xfrm>
            <a:off x="3962400" y="1494427"/>
            <a:ext cx="5341496" cy="523220"/>
          </a:xfrm>
          <a:prstGeom prst="rect">
            <a:avLst/>
          </a:prstGeom>
          <a:noFill/>
        </p:spPr>
        <p:txBody>
          <a:bodyPr vert="horz" wrap="square" lIns="91440" tIns="45720" rIns="91440" bIns="45720" numCol="1" spcCol="0" rtlCol="0" anchor="t">
            <a:spAutoFit/>
          </a:bodyPr>
          <a:lstStyle/>
          <a:p>
            <a:r>
              <a:rPr lang="en-US" sz="2800" b="1" dirty="0">
                <a:latin typeface="Times New Roman"/>
              </a:rPr>
              <a:t>Major Project Stage-2 Review-1</a:t>
            </a:r>
          </a:p>
        </p:txBody>
      </p:sp>
      <p:sp>
        <p:nvSpPr>
          <p:cNvPr id="5" name="TextBox 9">
            <a:extLst>
              <a:ext uri="{4F53AC70-5DEA-4B5D-8934-E99555E63DE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82025FF-B4C6-4B50-918B-E847E7570A2F}"/>
              </a:ext>
            </a:extLst>
          </p:cNvPr>
          <p:cNvSpPr txBox="1"/>
          <p:nvPr/>
        </p:nvSpPr>
        <p:spPr>
          <a:xfrm>
            <a:off x="598103" y="2539041"/>
            <a:ext cx="11395815" cy="461665"/>
          </a:xfrm>
          <a:prstGeom prst="rect">
            <a:avLst/>
          </a:prstGeom>
          <a:noFill/>
        </p:spPr>
        <p:txBody>
          <a:bodyPr vert="horz" wrap="square" lIns="91440" tIns="45720" rIns="91440" bIns="45720" numCol="1" spcCol="0" rtlCol="0" anchor="t">
            <a:spAutoFit/>
          </a:bodyPr>
          <a:lstStyle/>
          <a:p>
            <a:pPr algn="ctr"/>
            <a:r>
              <a:rPr lang="en-US" sz="2400" b="1" dirty="0">
                <a:latin typeface="Times New Roman" panose="02020603050405020304" pitchFamily="18" charset="0"/>
                <a:cs typeface="Times New Roman" panose="02020603050405020304" pitchFamily="18" charset="0"/>
              </a:rPr>
              <a:t>Project Title: </a:t>
            </a:r>
            <a:r>
              <a:rPr lang="en-IN" sz="2400" dirty="0">
                <a:latin typeface="Times New Roman" panose="02020603050405020304" pitchFamily="18" charset="0"/>
                <a:cs typeface="Times New Roman" panose="02020603050405020304" pitchFamily="18" charset="0"/>
              </a:rPr>
              <a:t>Transformer-Based Multilingual Language Identification from Text Inputs </a:t>
            </a:r>
            <a:endParaRPr lang="en-US" sz="2400" dirty="0">
              <a:latin typeface="Times New Roman" panose="02020603050405020304" pitchFamily="18" charset="0"/>
              <a:cs typeface="Times New Roman" panose="02020603050405020304" pitchFamily="18" charset="0"/>
            </a:endParaRPr>
          </a:p>
        </p:txBody>
      </p:sp>
      <p:sp>
        <p:nvSpPr>
          <p:cNvPr id="6" name="TextBox 10">
            <a:extLst>
              <a:ext uri="{CD55773D-57A6-4083-8720-960C80B43B1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C915C5-87DA-4BCF-A7B4-630F42D4A5E5}"/>
              </a:ext>
            </a:extLst>
          </p:cNvPr>
          <p:cNvSpPr txBox="1"/>
          <p:nvPr/>
        </p:nvSpPr>
        <p:spPr>
          <a:xfrm>
            <a:off x="396816" y="3559833"/>
            <a:ext cx="4316998" cy="1015663"/>
          </a:xfrm>
          <a:prstGeom prst="rect">
            <a:avLst/>
          </a:prstGeom>
          <a:noFill/>
        </p:spPr>
        <p:txBody>
          <a:bodyPr vert="horz" wrap="square" lIns="91440" tIns="45720" rIns="91440" bIns="45720" numCol="1" spcCol="0" rtlCol="0" anchor="t">
            <a:spAutoFit/>
          </a:bodyPr>
          <a:lstStyle/>
          <a:p>
            <a:r>
              <a:rPr lang="en-US" sz="2000" b="1" dirty="0">
                <a:solidFill>
                  <a:srgbClr val="00B0F0"/>
                </a:solidFill>
                <a:latin typeface="Times New Roman"/>
              </a:rPr>
              <a:t>Project Supervisor:</a:t>
            </a:r>
            <a:r>
              <a:rPr lang="en-US" sz="2000" dirty="0">
                <a:latin typeface="Times New Roman"/>
              </a:rPr>
              <a:t>​</a:t>
            </a:r>
          </a:p>
          <a:p>
            <a:r>
              <a:rPr lang="en-US" sz="2000" b="1" dirty="0">
                <a:solidFill>
                  <a:srgbClr val="002060"/>
                </a:solidFill>
                <a:latin typeface="Times New Roman"/>
              </a:rPr>
              <a:t>Name:</a:t>
            </a:r>
            <a:r>
              <a:rPr lang="en-US" sz="2000" dirty="0">
                <a:latin typeface="Times New Roman"/>
              </a:rPr>
              <a:t>​ </a:t>
            </a:r>
            <a:r>
              <a:rPr lang="en-US" sz="2000" dirty="0" err="1">
                <a:latin typeface="Times New Roman"/>
              </a:rPr>
              <a:t>Mr.Ravi</a:t>
            </a:r>
            <a:r>
              <a:rPr lang="en-US" sz="2000" dirty="0">
                <a:latin typeface="Times New Roman"/>
              </a:rPr>
              <a:t> </a:t>
            </a:r>
            <a:r>
              <a:rPr lang="en-US" sz="2000" dirty="0" err="1">
                <a:latin typeface="Times New Roman"/>
              </a:rPr>
              <a:t>Regulagadda</a:t>
            </a:r>
            <a:endParaRPr lang="en-US" sz="2000" dirty="0">
              <a:latin typeface="Times New Roman"/>
            </a:endParaRPr>
          </a:p>
          <a:p>
            <a:r>
              <a:rPr lang="en-US" sz="2000" b="1" dirty="0">
                <a:solidFill>
                  <a:srgbClr val="002060"/>
                </a:solidFill>
                <a:latin typeface="Times New Roman"/>
              </a:rPr>
              <a:t>Designation:</a:t>
            </a:r>
            <a:r>
              <a:rPr lang="en-US" sz="2000" dirty="0">
                <a:solidFill>
                  <a:srgbClr val="002060"/>
                </a:solidFill>
                <a:latin typeface="Times New Roman"/>
              </a:rPr>
              <a:t> Associate Professor</a:t>
            </a:r>
          </a:p>
        </p:txBody>
      </p:sp>
      <p:sp>
        <p:nvSpPr>
          <p:cNvPr id="7" name="TextBox 1">
            <a:extLst>
              <a:ext uri="{27677EEE-2C43-4AEE-A1AA-F0A7D37C0AE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0D04DD5-17EA-4D4F-854B-FE67B484A46C}"/>
              </a:ext>
            </a:extLst>
          </p:cNvPr>
          <p:cNvSpPr txBox="1"/>
          <p:nvPr/>
        </p:nvSpPr>
        <p:spPr>
          <a:xfrm>
            <a:off x="5486399" y="3763616"/>
            <a:ext cx="6376504" cy="1754326"/>
          </a:xfrm>
          <a:prstGeom prst="rect">
            <a:avLst/>
          </a:prstGeom>
          <a:noFill/>
        </p:spPr>
        <p:txBody>
          <a:bodyPr vert="horz" wrap="square" lIns="91440" tIns="45720" rIns="91440" bIns="45720" numCol="1" spcCol="0" rtlCol="0" anchor="t">
            <a:spAutoFit/>
          </a:bodyPr>
          <a:lstStyle/>
          <a:p>
            <a:r>
              <a:rPr lang="en-US" b="1" dirty="0">
                <a:solidFill>
                  <a:srgbClr val="00B0F0"/>
                </a:solidFill>
                <a:latin typeface="Times New Roman"/>
              </a:rPr>
              <a:t>Presented By:</a:t>
            </a:r>
            <a:r>
              <a:rPr lang="en-US" dirty="0">
                <a:latin typeface="Times New Roman"/>
              </a:rPr>
              <a:t>​</a:t>
            </a:r>
          </a:p>
          <a:p>
            <a:r>
              <a:rPr lang="en-US" b="1" dirty="0">
                <a:latin typeface="Times New Roman"/>
              </a:rPr>
              <a:t>Batch No: 13</a:t>
            </a:r>
          </a:p>
          <a:p>
            <a:pPr marL="342900" indent="-342900">
              <a:buFont typeface=""/>
              <a:buAutoNum type="arabicPeriod"/>
            </a:pPr>
            <a:r>
              <a:rPr lang="en-US" dirty="0">
                <a:latin typeface="Times New Roman"/>
              </a:rPr>
              <a:t>H. No: 227R1A1210                           Name: </a:t>
            </a:r>
            <a:r>
              <a:rPr lang="en-US" dirty="0" err="1">
                <a:latin typeface="Times New Roman"/>
              </a:rPr>
              <a:t>B.Venkatesh</a:t>
            </a:r>
            <a:endParaRPr lang="en-US" dirty="0">
              <a:latin typeface="Times New Roman"/>
            </a:endParaRPr>
          </a:p>
          <a:p>
            <a:pPr marL="342900" indent="-342900">
              <a:buFont typeface=""/>
              <a:buAutoNum type="arabicPeriod"/>
            </a:pPr>
            <a:r>
              <a:rPr lang="en-US" dirty="0">
                <a:latin typeface="Times New Roman"/>
              </a:rPr>
              <a:t>H. No: 227R1A1219                           Name: </a:t>
            </a:r>
            <a:r>
              <a:rPr lang="en-US" dirty="0" err="1">
                <a:latin typeface="Times New Roman"/>
              </a:rPr>
              <a:t>G.GopiChand</a:t>
            </a:r>
            <a:endParaRPr lang="en-US" dirty="0">
              <a:latin typeface="Times New Roman"/>
            </a:endParaRPr>
          </a:p>
          <a:p>
            <a:pPr marL="342900" indent="-342900">
              <a:buFont typeface=""/>
              <a:buAutoNum type="arabicPeriod"/>
            </a:pPr>
            <a:r>
              <a:rPr lang="en-US" dirty="0">
                <a:latin typeface="Times New Roman"/>
              </a:rPr>
              <a:t>H. No: 217R1A1240                           Name: </a:t>
            </a:r>
            <a:r>
              <a:rPr lang="en-US" dirty="0" err="1">
                <a:latin typeface="Times New Roman"/>
              </a:rPr>
              <a:t>MD.Khaleem</a:t>
            </a:r>
            <a:endParaRPr lang="en-US" dirty="0">
              <a:latin typeface="Times New Roman"/>
            </a:endParaRPr>
          </a:p>
          <a:p>
            <a:r>
              <a:rPr lang="en-US" dirty="0">
                <a:latin typeface="Times New Roman"/>
              </a:rPr>
              <a:t>​</a:t>
            </a:r>
          </a:p>
        </p:txBody>
      </p:sp>
      <p:cxnSp>
        <p:nvCxnSpPr>
          <p:cNvPr id="11" name="Straight Connector 10">
            <a:extLst>
              <a:ext uri="{FF2B5EF4-FFF2-40B4-BE49-F238E27FC236}">
                <a16:creationId xmlns:a16="http://schemas.microsoft.com/office/drawing/2014/main" id="{5B67A778-A669-7506-594A-5D432FF62453}"/>
              </a:ext>
            </a:extLst>
          </p:cNvPr>
          <p:cNvCxnSpPr>
            <a:cxnSpLocks/>
          </p:cNvCxnSpPr>
          <p:nvPr/>
        </p:nvCxnSpPr>
        <p:spPr>
          <a:xfrm flipV="1">
            <a:off x="0" y="2282810"/>
            <a:ext cx="12192000" cy="79390"/>
          </a:xfrm>
          <a:prstGeom prst="line">
            <a:avLst/>
          </a:prstGeom>
        </p:spPr>
        <p:style>
          <a:lnRef idx="3">
            <a:schemeClr val="dk1"/>
          </a:lnRef>
          <a:fillRef idx="0">
            <a:schemeClr val="dk1"/>
          </a:fillRef>
          <a:effectRef idx="2">
            <a:schemeClr val="dk1"/>
          </a:effectRef>
          <a:fontRef idx="minor">
            <a:schemeClr val="tx1"/>
          </a:fontRef>
        </p:style>
      </p:cxnSp>
    </p:spTree>
    <p:extLst>
      <p:ext uri="{BB5C917A-3597-451A-80EB-D4E351436A66}">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Title 1">
            <a:extLst>
              <a:ext uri="{8A010AAA-3BC9-467C-9EDE-E1DDB94953F3}">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3574B09-CB82-4FBE-9900-09375FF6D4B6}"/>
              </a:ext>
            </a:extLst>
          </p:cNvPr>
          <p:cNvSpPr>
            <a:spLocks noGrp="1"/>
          </p:cNvSpPr>
          <p:nvPr>
            <p:ph type="title"/>
          </p:nvPr>
        </p:nvSpPr>
        <p:spPr>
          <a:xfrm>
            <a:off x="838200" y="365121"/>
            <a:ext cx="10515600" cy="1325565"/>
          </a:xfrm>
        </p:spPr>
        <p:txBody>
          <a:bodyPr rtlCol="0"/>
          <a:lstStyle/>
          <a:p>
            <a:r>
              <a:rPr lang="en-US" b="1" dirty="0">
                <a:latin typeface="Times New Roman"/>
              </a:rPr>
              <a:t>Index</a:t>
            </a:r>
          </a:p>
        </p:txBody>
      </p:sp>
      <p:pic>
        <p:nvPicPr>
          <p:cNvPr id="3" name="Content Placeholder 3" descr="A logo with a flower&#10;&#10;Description automatically generated">
            <a:extLst>
              <a:ext uri="{48B47300-C04B-465C-B97B-4EC5B42E1C9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F0F8C0E-DA55-4C2D-867E-6EE4CDEAE5CB}"/>
              </a:ext>
            </a:extLst>
          </p:cNvPr>
          <p:cNvPicPr>
            <a:picLocks noGrp="1" noChangeAspect="1"/>
          </p:cNvPicPr>
          <p:nvPr>
            <p:ph idx="1"/>
          </p:nvPr>
        </p:nvPicPr>
        <p:blipFill>
          <a:blip r:embed="rId2"/>
          <a:stretch>
            <a:fillRect/>
          </a:stretch>
        </p:blipFill>
        <p:spPr>
          <a:xfrm>
            <a:off x="10730119" y="-3621"/>
            <a:ext cx="1477065" cy="1251225"/>
          </a:xfrm>
          <a:noFill/>
        </p:spPr>
      </p:pic>
      <p:sp>
        <p:nvSpPr>
          <p:cNvPr id="4" name="TextBox 4">
            <a:extLst>
              <a:ext uri="{ADF364D0-11AE-4F37-BE70-5377F01BE35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DFD9D21-7056-4C17-8E22-B57420FC5909}"/>
              </a:ext>
            </a:extLst>
          </p:cNvPr>
          <p:cNvSpPr txBox="1"/>
          <p:nvPr/>
        </p:nvSpPr>
        <p:spPr>
          <a:xfrm>
            <a:off x="990600" y="1235412"/>
            <a:ext cx="11270972" cy="4154984"/>
          </a:xfrm>
          <a:prstGeom prst="rect">
            <a:avLst/>
          </a:prstGeom>
          <a:noFill/>
        </p:spPr>
        <p:txBody>
          <a:bodyPr vert="horz" wrap="square" lIns="91440" tIns="45720" rIns="91440" bIns="45720" numCol="1" spcCol="0" rtlCol="0" anchor="t">
            <a:spAutoFit/>
          </a:bodyPr>
          <a:lstStyle/>
          <a:p>
            <a:endParaRPr lang="en-IN" sz="2400" dirty="0">
              <a:latin typeface="Times New Roman" panose="02020603050405020304" pitchFamily="18" charset="0"/>
              <a:cs typeface="Times New Roman" panose="02020603050405020304" pitchFamily="18" charset="0"/>
            </a:endParaRPr>
          </a:p>
          <a:p>
            <a:pPr marL="228600" indent="-228600">
              <a:buFont typeface=""/>
              <a:buChar char="•"/>
            </a:pPr>
            <a:r>
              <a:rPr lang="en-IN" sz="2400" dirty="0">
                <a:latin typeface="Times New Roman" panose="02020603050405020304" pitchFamily="18" charset="0"/>
                <a:cs typeface="Times New Roman" panose="02020603050405020304" pitchFamily="18" charset="0"/>
              </a:rPr>
              <a:t>Introduction/Overview</a:t>
            </a:r>
          </a:p>
          <a:p>
            <a:pPr marL="228600" indent="-228600">
              <a:buFont typeface=""/>
              <a:buChar char="•"/>
            </a:pPr>
            <a:r>
              <a:rPr lang="en-IN" sz="2400" dirty="0">
                <a:latin typeface="Times New Roman" panose="02020603050405020304" pitchFamily="18" charset="0"/>
                <a:cs typeface="Times New Roman" panose="02020603050405020304" pitchFamily="18" charset="0"/>
              </a:rPr>
              <a:t>Existing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Disadvantages</a:t>
            </a:r>
          </a:p>
          <a:p>
            <a:pPr marL="228600" indent="-228600">
              <a:buFont typeface=""/>
              <a:buChar char="•"/>
            </a:pPr>
            <a:r>
              <a:rPr lang="en-IN" sz="2400" dirty="0">
                <a:latin typeface="Times New Roman" panose="02020603050405020304" pitchFamily="18" charset="0"/>
                <a:cs typeface="Times New Roman" panose="02020603050405020304" pitchFamily="18" charset="0"/>
              </a:rPr>
              <a:t>Proposed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Advantages</a:t>
            </a:r>
          </a:p>
          <a:p>
            <a:pPr marL="228600" indent="-228600">
              <a:buFont typeface=""/>
              <a:buChar char="•"/>
            </a:pPr>
            <a:r>
              <a:rPr lang="en-IN" sz="2400" dirty="0">
                <a:latin typeface="Times New Roman" panose="02020603050405020304" pitchFamily="18" charset="0"/>
                <a:cs typeface="Times New Roman" panose="02020603050405020304" pitchFamily="18" charset="0"/>
              </a:rPr>
              <a:t>Hardware and Software Requirements</a:t>
            </a:r>
          </a:p>
          <a:p>
            <a:pPr marL="228600" indent="-228600">
              <a:buFont typeface=""/>
              <a:buChar char="•"/>
            </a:pPr>
            <a:r>
              <a:rPr lang="en-IN" sz="2400" dirty="0">
                <a:latin typeface="Times New Roman" panose="02020603050405020304" pitchFamily="18" charset="0"/>
                <a:cs typeface="Times New Roman" panose="02020603050405020304" pitchFamily="18" charset="0"/>
              </a:rPr>
              <a:t>Novelty of the project</a:t>
            </a:r>
          </a:p>
          <a:p>
            <a:pPr marL="228600" indent="-228600">
              <a:buFont typeface=""/>
              <a:buChar char="•"/>
            </a:pPr>
            <a:r>
              <a:rPr lang="en-IN" sz="2400" dirty="0">
                <a:latin typeface="Times New Roman" panose="02020603050405020304" pitchFamily="18" charset="0"/>
                <a:cs typeface="Times New Roman" panose="02020603050405020304" pitchFamily="18" charset="0"/>
              </a:rPr>
              <a:t>Architecture</a:t>
            </a:r>
          </a:p>
          <a:p>
            <a:pPr marL="228600" indent="-228600">
              <a:buFont typeface=""/>
              <a:buChar char="•"/>
            </a:pPr>
            <a:r>
              <a:rPr lang="en-IN" sz="2400" dirty="0">
                <a:latin typeface="Times New Roman" panose="02020603050405020304" pitchFamily="18" charset="0"/>
                <a:cs typeface="Times New Roman" panose="02020603050405020304" pitchFamily="18" charset="0"/>
              </a:rPr>
              <a:t>Modules</a:t>
            </a:r>
          </a:p>
          <a:p>
            <a:pPr marL="228600" indent="-228600">
              <a:buFont typeface=""/>
              <a:buChar char="•"/>
            </a:pPr>
            <a:r>
              <a:rPr lang="en-IN" sz="2400" dirty="0">
                <a:latin typeface="Times New Roman" panose="02020603050405020304" pitchFamily="18" charset="0"/>
                <a:cs typeface="Times New Roman" panose="02020603050405020304" pitchFamily="18" charset="0"/>
              </a:rPr>
              <a:t>UML Diagrams</a:t>
            </a:r>
          </a:p>
        </p:txBody>
      </p:sp>
    </p:spTree>
    <p:extLst>
      <p:ext uri="{0561CC85-A534-4E96-A9C6-0329ECF585B2}">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5">
    <p:spTree>
      <p:nvGrpSpPr>
        <p:cNvPr id="1" name=""/>
        <p:cNvGrpSpPr/>
        <p:nvPr/>
      </p:nvGrpSpPr>
      <p:grpSpPr>
        <a:xfrm>
          <a:off x="0" y="0"/>
          <a:ext cx="0" cy="0"/>
          <a:chOff x="0" y="0"/>
          <a:chExt cx="0" cy="0"/>
        </a:xfrm>
      </p:grpSpPr>
      <p:sp>
        <p:nvSpPr>
          <p:cNvPr id="2" name="Title 1">
            <a:extLst>
              <a:ext uri="{FDA8F406-CE0C-4304-9A70-DBC39046E27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0D7FF97-8A56-4A1E-B3F2-E76BE7B716EE}"/>
              </a:ext>
            </a:extLst>
          </p:cNvPr>
          <p:cNvSpPr>
            <a:spLocks noGrp="1"/>
          </p:cNvSpPr>
          <p:nvPr>
            <p:ph type="title"/>
          </p:nvPr>
        </p:nvSpPr>
        <p:spPr>
          <a:xfrm>
            <a:off x="214519" y="-116451"/>
            <a:ext cx="10515600" cy="1325563"/>
          </a:xfrm>
        </p:spPr>
        <p:txBody>
          <a:bodyPr rtlCol="0"/>
          <a:lstStyle/>
          <a:p>
            <a:r>
              <a:rPr lang="en-US" b="1" u="sng" dirty="0">
                <a:latin typeface="Times New Roman"/>
              </a:rPr>
              <a:t>I</a:t>
            </a:r>
            <a:r>
              <a:rPr lang="en-US" sz="4400" b="1" u="sng" dirty="0">
                <a:latin typeface="Times New Roman"/>
              </a:rPr>
              <a:t>ntroduction/Overview:​</a:t>
            </a:r>
            <a:endParaRPr lang="en-US" sz="4400" u="sng" dirty="0">
              <a:latin typeface="Times New Roman"/>
            </a:endParaRPr>
          </a:p>
        </p:txBody>
      </p:sp>
      <p:pic>
        <p:nvPicPr>
          <p:cNvPr id="4" name="Picture 3" descr="A logo with a flower&#10;&#10;Description automatically generated">
            <a:extLst>
              <a:ext uri="{EBA04F7D-3BDB-4317-BD2A-A87EBDC2BA6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B46E140-3654-4751-8D38-573E20AE3E04}"/>
              </a:ext>
            </a:extLst>
          </p:cNvPr>
          <p:cNvPicPr>
            <a:picLocks noGrp="1" noChangeAspect="1"/>
          </p:cNvPicPr>
          <p:nvPr/>
        </p:nvPicPr>
        <p:blipFill>
          <a:blip r:embed="rId2"/>
          <a:stretch>
            <a:fillRect/>
          </a:stretch>
        </p:blipFill>
        <p:spPr>
          <a:xfrm>
            <a:off x="10730119" y="-3621"/>
            <a:ext cx="1477065" cy="1251225"/>
          </a:xfrm>
          <a:prstGeom prst="rect">
            <a:avLst/>
          </a:prstGeom>
          <a:noFill/>
        </p:spPr>
      </p:pic>
      <p:sp>
        <p:nvSpPr>
          <p:cNvPr id="9" name="Rectangle 1">
            <a:extLst>
              <a:ext uri="{FF2B5EF4-FFF2-40B4-BE49-F238E27FC236}">
                <a16:creationId xmlns:a16="http://schemas.microsoft.com/office/drawing/2014/main" id="{84ED98C5-6F45-FE6D-EB9B-861E9B43D66A}"/>
              </a:ext>
            </a:extLst>
          </p:cNvPr>
          <p:cNvSpPr>
            <a:spLocks noChangeArrowheads="1"/>
          </p:cNvSpPr>
          <p:nvPr/>
        </p:nvSpPr>
        <p:spPr bwMode="auto">
          <a:xfrm>
            <a:off x="533400" y="1360434"/>
            <a:ext cx="10896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IN" sz="2400" dirty="0">
                <a:latin typeface="Times New Roman" panose="02020603050405020304" pitchFamily="18" charset="0"/>
                <a:cs typeface="Times New Roman" panose="02020603050405020304" pitchFamily="18" charset="0"/>
              </a:rPr>
              <a:t>Language serves as the cornerstone of human communication, shaping interactions in business, education, politics, and culture. In the digital era, multilingual communication is more prevalent than ever before, with over 4.5 billion people actively engaging on social media platforms that support dozens of languages. Identifying the correct language from user-generated text is critical for translation, sentiment analysis, and personalized services. With short forms, slang, and code-mixed content dominating online communication, automated multilingual language identification becomes indispensable for ensuring seamless interaction across global users.</a:t>
            </a:r>
          </a:p>
          <a:p>
            <a:pPr lvl="0" algn="just" eaLnBrk="0" fontAlgn="base" hangingPunct="0">
              <a:spcBef>
                <a:spcPct val="0"/>
              </a:spcBef>
              <a:spcAft>
                <a:spcPct val="0"/>
              </a:spcAft>
              <a:buFontTx/>
              <a:buChar char="•"/>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48869290-812B-4E49-8AE3-6AD653C35F0B}">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4FA26B-5D67-BD20-74FC-EA44E1290D2B}"/>
              </a:ext>
            </a:extLst>
          </p:cNvPr>
          <p:cNvSpPr txBox="1"/>
          <p:nvPr/>
        </p:nvSpPr>
        <p:spPr>
          <a:xfrm>
            <a:off x="304800" y="502547"/>
            <a:ext cx="6096000" cy="769441"/>
          </a:xfrm>
          <a:prstGeom prst="rect">
            <a:avLst/>
          </a:prstGeom>
          <a:noFill/>
        </p:spPr>
        <p:txBody>
          <a:bodyPr wrap="square">
            <a:spAutoFit/>
          </a:bodyPr>
          <a:lstStyle/>
          <a:p>
            <a:r>
              <a:rPr lang="en-IN" sz="4400" b="1" u="sng" dirty="0">
                <a:latin typeface="Times New Roman" panose="02020603050405020304" pitchFamily="18" charset="0"/>
                <a:cs typeface="Times New Roman" panose="02020603050405020304" pitchFamily="18" charset="0"/>
              </a:rPr>
              <a:t>Existing System:</a:t>
            </a:r>
          </a:p>
        </p:txBody>
      </p:sp>
      <p:pic>
        <p:nvPicPr>
          <p:cNvPr id="2" name="Picture 1" descr="A logo with a flower&#10;&#10;Description automatically generated">
            <a:extLst>
              <a:ext uri="{FF2B5EF4-FFF2-40B4-BE49-F238E27FC236}">
                <a16:creationId xmlns:a16="http://schemas.microsoft.com/office/drawing/2014/main" id="{68B85676-E2E8-5A0A-7372-4727C6EE459F}"/>
              </a:ext>
              <a:ext uri="{E8B4546A-F777-4DEB-B59E-F60E40FD9A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DF0B4D7-AE2D-47EB-A9EF-505F3CA6417E}"/>
              </a:ext>
            </a:extLst>
          </p:cNvPr>
          <p:cNvPicPr>
            <a:picLocks noGrp="1" noChangeAspect="1"/>
          </p:cNvPicPr>
          <p:nvPr/>
        </p:nvPicPr>
        <p:blipFill>
          <a:blip r:embed="rId2"/>
          <a:stretch>
            <a:fillRect/>
          </a:stretch>
        </p:blipFill>
        <p:spPr>
          <a:xfrm>
            <a:off x="10730119" y="-3621"/>
            <a:ext cx="1477065" cy="1251225"/>
          </a:xfrm>
          <a:prstGeom prst="rect">
            <a:avLst/>
          </a:prstGeom>
          <a:noFill/>
        </p:spPr>
      </p:pic>
      <p:sp>
        <p:nvSpPr>
          <p:cNvPr id="6" name="TextBox 5">
            <a:extLst>
              <a:ext uri="{FF2B5EF4-FFF2-40B4-BE49-F238E27FC236}">
                <a16:creationId xmlns:a16="http://schemas.microsoft.com/office/drawing/2014/main" id="{FF134046-7088-45E0-C599-834907E6B6CC}"/>
              </a:ext>
            </a:extLst>
          </p:cNvPr>
          <p:cNvSpPr txBox="1"/>
          <p:nvPr/>
        </p:nvSpPr>
        <p:spPr>
          <a:xfrm>
            <a:off x="457200" y="1371600"/>
            <a:ext cx="11049000" cy="5016758"/>
          </a:xfrm>
          <a:prstGeom prst="rect">
            <a:avLst/>
          </a:prstGeom>
          <a:noFill/>
        </p:spPr>
        <p:txBody>
          <a:bodyPr wrap="square" rtlCol="0">
            <a:spAutoFit/>
          </a:bodyPr>
          <a:lstStyle/>
          <a:p>
            <a:pPr marL="342900" lvl="0" indent="-342900" algn="just"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In traditional systems, language identification was performed manually, where linguists and data processors carefully read text documents and determined the language based on their personal expertise and experience.</a:t>
            </a:r>
          </a:p>
          <a:p>
            <a:pPr marL="342900" lvl="0" indent="-342900" algn="just"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Experts relied heavily on script recognition and linguistic knowledge, identifying languages by observing writing systems such as Latin, Cyrillic, or Devanagari, along with grammar rules, vocabulary usage, and sentence structure.</a:t>
            </a:r>
          </a:p>
          <a:p>
            <a:pPr marL="342900" lvl="0" indent="-342900" algn="just"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The manual workflow included collecting text from various sources, closely examining it, verifying meanings using dictionaries or reference books, and finally classifying the text by manually assigning language labels.</a:t>
            </a:r>
          </a:p>
          <a:p>
            <a:pPr marL="342900" lvl="0" indent="-342900" algn="just"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The technology supporting traditional systems was limited to human cognitive abilities, with printed dictionaries and language references acting as the primary tools for verification and decision-making.</a:t>
            </a:r>
          </a:p>
          <a:p>
            <a:pPr marL="342900" lvl="0" indent="-342900" algn="just"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To partially assist manual efforts, basic rule-based techniques were sometimes used, including counting characters, analyzing letter distributions, and using n-gram frequency patterns to guess the language.</a:t>
            </a:r>
          </a:p>
          <a:p>
            <a:pPr marL="342900" lvl="0" indent="-342900" algn="just"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Despite these methods, traditional systems suffered from poor scalability, low accuracy, and slow processing speed, and they failed to handle short texts, ambiguous inputs, or code-mixed multilingual content effectively.</a:t>
            </a:r>
          </a:p>
        </p:txBody>
      </p:sp>
    </p:spTree>
    <p:extLst>
      <p:ext uri="{BB962C8B-B14F-4D97-AF65-F5344CB8AC3E}">
        <p14:creationId xmlns:p14="http://schemas.microsoft.com/office/powerpoint/2010/main" val="2736255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773ED-09C0-AF79-7E15-A4AAD566AB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2E16B15-48AC-FCB5-511D-0314B0B4C0BF}"/>
              </a:ext>
            </a:extLst>
          </p:cNvPr>
          <p:cNvSpPr txBox="1"/>
          <p:nvPr/>
        </p:nvSpPr>
        <p:spPr>
          <a:xfrm>
            <a:off x="304800" y="152400"/>
            <a:ext cx="6096000" cy="769441"/>
          </a:xfrm>
          <a:prstGeom prst="rect">
            <a:avLst/>
          </a:prstGeom>
          <a:noFill/>
        </p:spPr>
        <p:txBody>
          <a:bodyPr wrap="square">
            <a:spAutoFit/>
          </a:bodyPr>
          <a:lstStyle/>
          <a:p>
            <a:r>
              <a:rPr lang="en-IN" sz="4400" b="1" u="sng" dirty="0">
                <a:latin typeface="Times New Roman" panose="02020603050405020304" pitchFamily="18" charset="0"/>
                <a:cs typeface="Times New Roman" panose="02020603050405020304" pitchFamily="18" charset="0"/>
              </a:rPr>
              <a:t>Disadvantages:</a:t>
            </a:r>
          </a:p>
        </p:txBody>
      </p:sp>
      <p:pic>
        <p:nvPicPr>
          <p:cNvPr id="2" name="Picture 1" descr="A logo with a flower&#10;&#10;Description automatically generated">
            <a:extLst>
              <a:ext uri="{FF2B5EF4-FFF2-40B4-BE49-F238E27FC236}">
                <a16:creationId xmlns:a16="http://schemas.microsoft.com/office/drawing/2014/main" id="{8FA9968E-C3E6-3ADC-AA46-6F15E5B01178}"/>
              </a:ext>
              <a:ext uri="{E8B4546A-F777-4DEB-B59E-F60E40FD9A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DF0B4D7-AE2D-47EB-A9EF-505F3CA6417E}"/>
              </a:ext>
            </a:extLst>
          </p:cNvPr>
          <p:cNvPicPr>
            <a:picLocks noGrp="1" noChangeAspect="1"/>
          </p:cNvPicPr>
          <p:nvPr/>
        </p:nvPicPr>
        <p:blipFill>
          <a:blip r:embed="rId2"/>
          <a:stretch>
            <a:fillRect/>
          </a:stretch>
        </p:blipFill>
        <p:spPr>
          <a:xfrm>
            <a:off x="10730119" y="-3621"/>
            <a:ext cx="1477065" cy="1251225"/>
          </a:xfrm>
          <a:prstGeom prst="rect">
            <a:avLst/>
          </a:prstGeom>
          <a:noFill/>
        </p:spPr>
      </p:pic>
      <p:sp>
        <p:nvSpPr>
          <p:cNvPr id="4" name="Rectangle 1">
            <a:extLst>
              <a:ext uri="{FF2B5EF4-FFF2-40B4-BE49-F238E27FC236}">
                <a16:creationId xmlns:a16="http://schemas.microsoft.com/office/drawing/2014/main" id="{DBFE632C-6A28-7DE0-6524-1D48CB951EEF}"/>
              </a:ext>
            </a:extLst>
          </p:cNvPr>
          <p:cNvSpPr>
            <a:spLocks noChangeArrowheads="1"/>
          </p:cNvSpPr>
          <p:nvPr/>
        </p:nvSpPr>
        <p:spPr bwMode="auto">
          <a:xfrm>
            <a:off x="723900" y="1394534"/>
            <a:ext cx="10782300"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Manual reading and classification are extremely slow.</a:t>
            </a:r>
          </a:p>
          <a:p>
            <a:pPr marL="285750" lvl="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Humans may misclassify texts, especially short, ambiguous, or mixed-language inputs.</a:t>
            </a:r>
          </a:p>
          <a:p>
            <a:pPr marL="285750" lvl="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Processing large volumes of text is nearly impossible.</a:t>
            </a:r>
          </a:p>
          <a:p>
            <a:pPr marL="285750" lvl="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Rule-based systems cannot handle code-mixed, short, or noisy data effectively.</a:t>
            </a:r>
          </a:p>
          <a:p>
            <a:pPr marL="285750" lvl="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Requires skilled personnel for multilingual processing.</a:t>
            </a:r>
          </a:p>
          <a:p>
            <a:pPr marL="285750" lvl="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Cannot provide instant results for online applications.</a:t>
            </a:r>
          </a:p>
          <a:p>
            <a:pPr marL="342900" indent="-342900" algn="just">
              <a:lnSpc>
                <a:spcPct val="150000"/>
              </a:lnSpc>
              <a:buFont typeface="Arial" panose="020B0604020202020204" pitchFamily="34" charset="0"/>
              <a:buChar char="•"/>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0265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75975-531F-F3D7-85A9-8A7918405D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0902B9-5DB1-E472-7B3A-77AF63542780}"/>
              </a:ext>
            </a:extLst>
          </p:cNvPr>
          <p:cNvSpPr txBox="1"/>
          <p:nvPr/>
        </p:nvSpPr>
        <p:spPr>
          <a:xfrm>
            <a:off x="304800" y="152400"/>
            <a:ext cx="6096000" cy="769441"/>
          </a:xfrm>
          <a:prstGeom prst="rect">
            <a:avLst/>
          </a:prstGeom>
          <a:noFill/>
        </p:spPr>
        <p:txBody>
          <a:bodyPr wrap="square">
            <a:spAutoFit/>
          </a:bodyPr>
          <a:lstStyle/>
          <a:p>
            <a:r>
              <a:rPr lang="en-IN" sz="4400" b="1" u="sng" dirty="0">
                <a:latin typeface="Times New Roman" panose="02020603050405020304" pitchFamily="18" charset="0"/>
                <a:cs typeface="Times New Roman" panose="02020603050405020304" pitchFamily="18" charset="0"/>
              </a:rPr>
              <a:t>Proposed System:</a:t>
            </a:r>
          </a:p>
        </p:txBody>
      </p:sp>
      <p:pic>
        <p:nvPicPr>
          <p:cNvPr id="2" name="Picture 1" descr="A logo with a flower&#10;&#10;Description automatically generated">
            <a:extLst>
              <a:ext uri="{FF2B5EF4-FFF2-40B4-BE49-F238E27FC236}">
                <a16:creationId xmlns:a16="http://schemas.microsoft.com/office/drawing/2014/main" id="{015D30FB-61F6-6FB3-C356-50A22CBF281E}"/>
              </a:ext>
              <a:ext uri="{E8B4546A-F777-4DEB-B59E-F60E40FD9A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DF0B4D7-AE2D-47EB-A9EF-505F3CA6417E}"/>
              </a:ext>
            </a:extLst>
          </p:cNvPr>
          <p:cNvPicPr>
            <a:picLocks noGrp="1" noChangeAspect="1"/>
          </p:cNvPicPr>
          <p:nvPr/>
        </p:nvPicPr>
        <p:blipFill>
          <a:blip r:embed="rId2"/>
          <a:stretch>
            <a:fillRect/>
          </a:stretch>
        </p:blipFill>
        <p:spPr>
          <a:xfrm>
            <a:off x="10730119" y="-3621"/>
            <a:ext cx="1477065" cy="1251225"/>
          </a:xfrm>
          <a:prstGeom prst="rect">
            <a:avLst/>
          </a:prstGeom>
          <a:noFill/>
        </p:spPr>
      </p:pic>
      <p:sp>
        <p:nvSpPr>
          <p:cNvPr id="6" name="Rectangle 2">
            <a:extLst>
              <a:ext uri="{FF2B5EF4-FFF2-40B4-BE49-F238E27FC236}">
                <a16:creationId xmlns:a16="http://schemas.microsoft.com/office/drawing/2014/main" id="{9CDDAA80-A0A6-CAFB-6824-CA0B93D25B1F}"/>
              </a:ext>
            </a:extLst>
          </p:cNvPr>
          <p:cNvSpPr>
            <a:spLocks noChangeArrowheads="1"/>
          </p:cNvSpPr>
          <p:nvPr/>
        </p:nvSpPr>
        <p:spPr bwMode="auto">
          <a:xfrm>
            <a:off x="609600" y="1072448"/>
            <a:ext cx="111252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Overview</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architecture presents an end-to-end workflow for transformer-based multilingual language identification, integrating data preparation, feature extraction, model evaluation, and deployment into a single framework.</a:t>
            </a:r>
          </a:p>
          <a:p>
            <a:pPr marL="0" marR="0" lvl="0" indent="0"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Data &amp; Preprocessing</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multilingual text dataset containing short, informal, and code-mixed inputs is processed using NLP techniques such as tokenization, stop-word removal, and lemmatization, followed by EDA to analyze language distribution and token patterns.</a:t>
            </a:r>
          </a:p>
          <a:p>
            <a:pPr marL="0" marR="0" lvl="0" indent="0"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Extraction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MiniLM</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Preprocessed text is converted into contextual vector embeddings using the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MiniLM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transformer model, which efficiently captures multilingual semantics while maintaining low computational cost.</a:t>
            </a:r>
          </a:p>
          <a:p>
            <a:pPr marL="0" marR="0" lvl="0" indent="0"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Baseline &amp; Proposed Models</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Baseline classifiers (DTC, KNN, NBC) are trained on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MiniLM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features for comparison, while the proposed Random Forest Classifier improves accuracy by handling high-dimensional features and reducing overfitting.</a:t>
            </a:r>
          </a:p>
          <a:p>
            <a:pPr marL="0" marR="0" lvl="0" indent="0"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trained model is deployed as a Flask-based web application with a simple UI, enabling real-time language prediction for multilingual text inputs.</a:t>
            </a:r>
          </a:p>
          <a:p>
            <a:pPr marL="0" marR="0" lvl="0" indent="0" defTabSz="914400" rtl="0" eaLnBrk="0" fontAlgn="base" latinLnBrk="0" hangingPunct="0">
              <a:lnSpc>
                <a:spcPct val="100000"/>
              </a:lnSpc>
              <a:spcBef>
                <a:spcPct val="0"/>
              </a:spcBef>
              <a:spcAft>
                <a:spcPct val="0"/>
              </a:spcAft>
              <a:buClrTx/>
              <a:buSzTx/>
              <a:buFontTx/>
              <a:buNone/>
              <a:tabLst/>
            </a:pP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9271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72277-9BF8-31FA-D472-5704621689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2753A9-A133-06D3-FE73-502EF68AE3F4}"/>
              </a:ext>
            </a:extLst>
          </p:cNvPr>
          <p:cNvSpPr txBox="1"/>
          <p:nvPr/>
        </p:nvSpPr>
        <p:spPr>
          <a:xfrm>
            <a:off x="304800" y="152400"/>
            <a:ext cx="6096000" cy="769441"/>
          </a:xfrm>
          <a:prstGeom prst="rect">
            <a:avLst/>
          </a:prstGeom>
          <a:noFill/>
        </p:spPr>
        <p:txBody>
          <a:bodyPr wrap="square">
            <a:spAutoFit/>
          </a:bodyPr>
          <a:lstStyle/>
          <a:p>
            <a:r>
              <a:rPr lang="en-IN" sz="4400" b="1" u="sng" dirty="0">
                <a:latin typeface="Times New Roman" panose="02020603050405020304" pitchFamily="18" charset="0"/>
                <a:cs typeface="Times New Roman" panose="02020603050405020304" pitchFamily="18" charset="0"/>
              </a:rPr>
              <a:t>Advantages:</a:t>
            </a:r>
          </a:p>
        </p:txBody>
      </p:sp>
      <p:pic>
        <p:nvPicPr>
          <p:cNvPr id="2" name="Picture 1" descr="A logo with a flower&#10;&#10;Description automatically generated">
            <a:extLst>
              <a:ext uri="{FF2B5EF4-FFF2-40B4-BE49-F238E27FC236}">
                <a16:creationId xmlns:a16="http://schemas.microsoft.com/office/drawing/2014/main" id="{5D1A6BBA-B7BB-D881-FC02-29303478FC90}"/>
              </a:ext>
              <a:ext uri="{E8B4546A-F777-4DEB-B59E-F60E40FD9A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DF0B4D7-AE2D-47EB-A9EF-505F3CA6417E}"/>
              </a:ext>
            </a:extLst>
          </p:cNvPr>
          <p:cNvPicPr>
            <a:picLocks noGrp="1" noChangeAspect="1"/>
          </p:cNvPicPr>
          <p:nvPr/>
        </p:nvPicPr>
        <p:blipFill>
          <a:blip r:embed="rId2"/>
          <a:stretch>
            <a:fillRect/>
          </a:stretch>
        </p:blipFill>
        <p:spPr>
          <a:xfrm>
            <a:off x="10730119" y="-3621"/>
            <a:ext cx="1477065" cy="1251225"/>
          </a:xfrm>
          <a:prstGeom prst="rect">
            <a:avLst/>
          </a:prstGeom>
          <a:noFill/>
        </p:spPr>
      </p:pic>
      <p:sp>
        <p:nvSpPr>
          <p:cNvPr id="4" name="Rectangle 1">
            <a:extLst>
              <a:ext uri="{FF2B5EF4-FFF2-40B4-BE49-F238E27FC236}">
                <a16:creationId xmlns:a16="http://schemas.microsoft.com/office/drawing/2014/main" id="{8624A6D2-E9B3-B099-9C24-AF415441ABB6}"/>
              </a:ext>
            </a:extLst>
          </p:cNvPr>
          <p:cNvSpPr>
            <a:spLocks noChangeArrowheads="1"/>
          </p:cNvSpPr>
          <p:nvPr/>
        </p:nvSpPr>
        <p:spPr bwMode="auto">
          <a:xfrm>
            <a:off x="723900" y="1446247"/>
            <a:ext cx="10782300" cy="435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Enables real-time identification of multiple languages in diverse contexts.</a:t>
            </a:r>
          </a:p>
          <a:p>
            <a:pPr marL="342900" lvl="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Provides high semantic accuracy with </a:t>
            </a:r>
            <a:r>
              <a:rPr lang="en-IN" sz="2400" dirty="0" err="1">
                <a:latin typeface="Times New Roman" panose="02020603050405020304" pitchFamily="18" charset="0"/>
                <a:cs typeface="Times New Roman" panose="02020603050405020304" pitchFamily="18" charset="0"/>
              </a:rPr>
              <a:t>MiniLM</a:t>
            </a:r>
            <a:r>
              <a:rPr lang="en-IN" sz="2400" dirty="0">
                <a:latin typeface="Times New Roman" panose="02020603050405020304" pitchFamily="18" charset="0"/>
                <a:cs typeface="Times New Roman" panose="02020603050405020304" pitchFamily="18" charset="0"/>
              </a:rPr>
              <a:t> embeddings while remaining computationally efficient.</a:t>
            </a:r>
          </a:p>
          <a:p>
            <a:pPr marL="342900" lvl="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Supports applications in translation services, multilingual chatbots, and cross-border communication platforms.</a:t>
            </a:r>
          </a:p>
          <a:p>
            <a:pPr>
              <a:lnSpc>
                <a:spcPct val="150000"/>
              </a:lnSpc>
            </a:pPr>
            <a:endParaRPr lang="en-US" sz="2800" dirty="0">
              <a:latin typeface="Times New Roman"/>
              <a:cs typeface="Arial"/>
            </a:endParaRPr>
          </a:p>
        </p:txBody>
      </p:sp>
    </p:spTree>
    <p:extLst>
      <p:ext uri="{BB962C8B-B14F-4D97-AF65-F5344CB8AC3E}">
        <p14:creationId xmlns:p14="http://schemas.microsoft.com/office/powerpoint/2010/main" val="2312252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342AB-0BC6-AEE5-B27D-5FA7D76E8F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186873-CBA6-3825-C0E3-68A78A10EAE2}"/>
              </a:ext>
            </a:extLst>
          </p:cNvPr>
          <p:cNvSpPr txBox="1"/>
          <p:nvPr/>
        </p:nvSpPr>
        <p:spPr>
          <a:xfrm>
            <a:off x="304800" y="152400"/>
            <a:ext cx="10515600" cy="769441"/>
          </a:xfrm>
          <a:prstGeom prst="rect">
            <a:avLst/>
          </a:prstGeom>
          <a:noFill/>
        </p:spPr>
        <p:txBody>
          <a:bodyPr wrap="square">
            <a:spAutoFit/>
          </a:bodyPr>
          <a:lstStyle/>
          <a:p>
            <a:r>
              <a:rPr lang="en-IN" sz="4400" b="1" u="sng" dirty="0">
                <a:latin typeface="Times New Roman" panose="02020603050405020304" pitchFamily="18" charset="0"/>
                <a:cs typeface="Times New Roman" panose="02020603050405020304" pitchFamily="18" charset="0"/>
              </a:rPr>
              <a:t>Software and Hardware Requirements:</a:t>
            </a:r>
          </a:p>
        </p:txBody>
      </p:sp>
      <p:pic>
        <p:nvPicPr>
          <p:cNvPr id="2" name="Picture 1" descr="A logo with a flower&#10;&#10;Description automatically generated">
            <a:extLst>
              <a:ext uri="{FF2B5EF4-FFF2-40B4-BE49-F238E27FC236}">
                <a16:creationId xmlns:a16="http://schemas.microsoft.com/office/drawing/2014/main" id="{AE626D26-C215-6259-0410-DBC27328F8B9}"/>
              </a:ext>
              <a:ext uri="{E8B4546A-F777-4DEB-B59E-F60E40FD9A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DF0B4D7-AE2D-47EB-A9EF-505F3CA6417E}"/>
              </a:ext>
            </a:extLst>
          </p:cNvPr>
          <p:cNvPicPr>
            <a:picLocks noGrp="1" noChangeAspect="1"/>
          </p:cNvPicPr>
          <p:nvPr/>
        </p:nvPicPr>
        <p:blipFill>
          <a:blip r:embed="rId2"/>
          <a:stretch>
            <a:fillRect/>
          </a:stretch>
        </p:blipFill>
        <p:spPr>
          <a:xfrm>
            <a:off x="10730119" y="-3621"/>
            <a:ext cx="1477065" cy="1251225"/>
          </a:xfrm>
          <a:prstGeom prst="rect">
            <a:avLst/>
          </a:prstGeom>
          <a:noFill/>
        </p:spPr>
      </p:pic>
      <p:sp>
        <p:nvSpPr>
          <p:cNvPr id="9" name="Rectangle 3">
            <a:extLst>
              <a:ext uri="{FF2B5EF4-FFF2-40B4-BE49-F238E27FC236}">
                <a16:creationId xmlns:a16="http://schemas.microsoft.com/office/drawing/2014/main" id="{1D10A3EA-F9E5-B3AC-388B-BD2CBD1308A0}"/>
              </a:ext>
            </a:extLst>
          </p:cNvPr>
          <p:cNvSpPr>
            <a:spLocks noChangeArrowheads="1"/>
          </p:cNvSpPr>
          <p:nvPr/>
        </p:nvSpPr>
        <p:spPr bwMode="auto">
          <a:xfrm>
            <a:off x="572051" y="1447800"/>
            <a:ext cx="10896600"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lnSpc>
                <a:spcPct val="150000"/>
              </a:lnSpc>
              <a:spcBef>
                <a:spcPct val="0"/>
              </a:spcBef>
              <a:spcAft>
                <a:spcPct val="0"/>
              </a:spcAft>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Windows / Linux</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–HTML, CSS </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Python 3.12.0 with Flask framework</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Frameworks / Libraries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–Flask, Scikit-learn, Transformers (Hugging Face),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Pandas, NumPy, Matplotlib, Seaborn, NLTK,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LangDetect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lnSpc>
                <a:spcPct val="150000"/>
              </a:lnSpc>
              <a:spcBef>
                <a:spcPct val="0"/>
              </a:spcBef>
              <a:spcAft>
                <a:spcPct val="0"/>
              </a:spcAft>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Processor (CPU)</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Intel i5 or higher</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Memory (Storage)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1TB HDD/512 SSD</a:t>
            </a:r>
            <a:endParaRPr lang="en-US" altLang="en-US" sz="2000" dirty="0">
              <a:latin typeface="Times New Roman" panose="02020603050405020304" pitchFamily="18" charset="0"/>
              <a:cs typeface="Times New Roman" panose="02020603050405020304" pitchFamily="18" charset="0"/>
            </a:endParaRP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 8</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GB</a:t>
            </a:r>
          </a:p>
        </p:txBody>
      </p:sp>
    </p:spTree>
    <p:extLst>
      <p:ext uri="{BB962C8B-B14F-4D97-AF65-F5344CB8AC3E}">
        <p14:creationId xmlns:p14="http://schemas.microsoft.com/office/powerpoint/2010/main" val="3307020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8E0C1-B948-E344-04FC-0F15FB03C8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AD58A78-9D02-6297-ECD2-FC4FE90DE2F5}"/>
              </a:ext>
            </a:extLst>
          </p:cNvPr>
          <p:cNvSpPr txBox="1"/>
          <p:nvPr/>
        </p:nvSpPr>
        <p:spPr>
          <a:xfrm>
            <a:off x="304800" y="152400"/>
            <a:ext cx="10515600" cy="769441"/>
          </a:xfrm>
          <a:prstGeom prst="rect">
            <a:avLst/>
          </a:prstGeom>
          <a:noFill/>
        </p:spPr>
        <p:txBody>
          <a:bodyPr wrap="square">
            <a:spAutoFit/>
          </a:bodyPr>
          <a:lstStyle/>
          <a:p>
            <a:r>
              <a:rPr lang="en-IN" sz="4400" b="1" u="sng" dirty="0">
                <a:latin typeface="Times New Roman" panose="02020603050405020304" pitchFamily="18" charset="0"/>
                <a:cs typeface="Times New Roman" panose="02020603050405020304" pitchFamily="18" charset="0"/>
              </a:rPr>
              <a:t>Novelty of the Project:</a:t>
            </a:r>
          </a:p>
        </p:txBody>
      </p:sp>
      <p:pic>
        <p:nvPicPr>
          <p:cNvPr id="2" name="Picture 1" descr="A logo with a flower&#10;&#10;Description automatically generated">
            <a:extLst>
              <a:ext uri="{FF2B5EF4-FFF2-40B4-BE49-F238E27FC236}">
                <a16:creationId xmlns:a16="http://schemas.microsoft.com/office/drawing/2014/main" id="{D1254B82-C926-4D05-4E04-94B100B1C91D}"/>
              </a:ext>
              <a:ext uri="{E8B4546A-F777-4DEB-B59E-F60E40FD9A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DF0B4D7-AE2D-47EB-A9EF-505F3CA6417E}"/>
              </a:ext>
            </a:extLst>
          </p:cNvPr>
          <p:cNvPicPr>
            <a:picLocks noGrp="1" noChangeAspect="1"/>
          </p:cNvPicPr>
          <p:nvPr/>
        </p:nvPicPr>
        <p:blipFill>
          <a:blip r:embed="rId2"/>
          <a:stretch>
            <a:fillRect/>
          </a:stretch>
        </p:blipFill>
        <p:spPr>
          <a:xfrm>
            <a:off x="10730119" y="-3621"/>
            <a:ext cx="1477065" cy="1251225"/>
          </a:xfrm>
          <a:prstGeom prst="rect">
            <a:avLst/>
          </a:prstGeom>
          <a:noFill/>
        </p:spPr>
      </p:pic>
      <p:sp>
        <p:nvSpPr>
          <p:cNvPr id="7" name="Rectangle 2">
            <a:extLst>
              <a:ext uri="{FF2B5EF4-FFF2-40B4-BE49-F238E27FC236}">
                <a16:creationId xmlns:a16="http://schemas.microsoft.com/office/drawing/2014/main" id="{09A0C5B9-A5DF-A775-A05B-0C145FCAA527}"/>
              </a:ext>
            </a:extLst>
          </p:cNvPr>
          <p:cNvSpPr>
            <a:spLocks noChangeArrowheads="1"/>
          </p:cNvSpPr>
          <p:nvPr/>
        </p:nvSpPr>
        <p:spPr bwMode="auto">
          <a:xfrm>
            <a:off x="533400" y="1143000"/>
            <a:ext cx="110490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his project lies in its hybrid and practical integration of transformer-based embeddings with classical machine learning, rather than relying solely on heavy end-to-end deep learning models.</a:t>
            </a:r>
          </a:p>
          <a:p>
            <a:pPr lvl="0" algn="just" eaLnBrk="0" fontAlgn="base" hangingPunct="0">
              <a:spcBef>
                <a:spcPct val="0"/>
              </a:spcBef>
              <a:spcAft>
                <a:spcPct val="0"/>
              </a:spcAf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Hybrid Architecture: Uses transformer-based </a:t>
            </a:r>
            <a:r>
              <a:rPr lang="en-US" altLang="en-US" sz="2000" dirty="0" err="1">
                <a:latin typeface="Times New Roman" panose="02020603050405020304" pitchFamily="18" charset="0"/>
                <a:cs typeface="Times New Roman" panose="02020603050405020304" pitchFamily="18" charset="0"/>
              </a:rPr>
              <a:t>MiniLM</a:t>
            </a:r>
            <a:r>
              <a:rPr lang="en-US" altLang="en-US" sz="2000" dirty="0">
                <a:latin typeface="Times New Roman" panose="02020603050405020304" pitchFamily="18" charset="0"/>
                <a:cs typeface="Times New Roman" panose="02020603050405020304" pitchFamily="18" charset="0"/>
              </a:rPr>
              <a:t> embeddings only for feature extraction and combines them with a Random Forest classifier, avoiding heavy end-to-end deep learning while still achieving high accuracy.</a:t>
            </a:r>
          </a:p>
          <a:p>
            <a:pPr marL="342900" lvl="0" indent="-342900" algn="just"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Efficiency with Performance: </a:t>
            </a:r>
            <a:r>
              <a:rPr lang="en-US" altLang="en-US" sz="2000" dirty="0" err="1">
                <a:latin typeface="Times New Roman" panose="02020603050405020304" pitchFamily="18" charset="0"/>
                <a:cs typeface="Times New Roman" panose="02020603050405020304" pitchFamily="18" charset="0"/>
              </a:rPr>
              <a:t>MiniLM’s</a:t>
            </a:r>
            <a:r>
              <a:rPr lang="en-US" altLang="en-US" sz="2000" dirty="0">
                <a:latin typeface="Times New Roman" panose="02020603050405020304" pitchFamily="18" charset="0"/>
                <a:cs typeface="Times New Roman" panose="02020603050405020304" pitchFamily="18" charset="0"/>
              </a:rPr>
              <a:t> lightweight distilled design delivers semantic-rich representations at low computational cost, making the system faster and more practical than large multilingual transformers.</a:t>
            </a:r>
          </a:p>
          <a:p>
            <a:pPr marL="342900" lvl="0" indent="-342900" algn="just"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Robust Handling of Real-World Text: Effectively detects languages in short, informal, and code-mixed text, where traditional n-gram, rule-based, and basic ANN models typically fail.</a:t>
            </a:r>
          </a:p>
          <a:p>
            <a:pPr marL="342900" lvl="0" indent="-342900" algn="just"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Research-to-Deployment Integration: Goes beyond theory by providing baseline comparisons (DTC, KNN, GNB vs. RFC) and a real-time Flask web application, proving real-world applicability rather than just experimental results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b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7054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10">
    <p:spTree>
      <p:nvGrpSpPr>
        <p:cNvPr id="1" name=""/>
        <p:cNvGrpSpPr/>
        <p:nvPr/>
      </p:nvGrpSpPr>
      <p:grpSpPr>
        <a:xfrm>
          <a:off x="0" y="0"/>
          <a:ext cx="0" cy="0"/>
          <a:chOff x="0" y="0"/>
          <a:chExt cx="0" cy="0"/>
        </a:xfrm>
      </p:grpSpPr>
      <p:sp>
        <p:nvSpPr>
          <p:cNvPr id="2" name="Title 1">
            <a:extLst>
              <a:ext uri="{7E0BF544-1886-48AA-8FE6-0B881BA93C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BB81F1E-0524-4FF2-B53F-A31D56E9E3BD}"/>
              </a:ext>
            </a:extLst>
          </p:cNvPr>
          <p:cNvSpPr>
            <a:spLocks noGrp="1"/>
          </p:cNvSpPr>
          <p:nvPr>
            <p:ph type="title"/>
          </p:nvPr>
        </p:nvSpPr>
        <p:spPr>
          <a:xfrm>
            <a:off x="304800" y="476062"/>
            <a:ext cx="10515600" cy="1325563"/>
          </a:xfrm>
        </p:spPr>
        <p:txBody>
          <a:bodyPr rtlCol="0"/>
          <a:lstStyle/>
          <a:p>
            <a:r>
              <a:rPr lang="en-US" sz="4400" b="1" u="sng" dirty="0">
                <a:latin typeface="Times New Roman"/>
              </a:rPr>
              <a:t>Design/Architecture</a:t>
            </a:r>
            <a:r>
              <a:rPr lang="en-US" sz="4400" u="sng" dirty="0">
                <a:latin typeface="Times New Roman"/>
              </a:rPr>
              <a:t>​:</a:t>
            </a:r>
            <a:br>
              <a:rPr lang="en-US" sz="4400" u="sng" dirty="0">
                <a:latin typeface="Times New Roman"/>
              </a:rPr>
            </a:br>
            <a:endParaRPr lang="en-US" sz="4400" u="sng" dirty="0">
              <a:latin typeface="Times New Roman"/>
            </a:endParaRPr>
          </a:p>
        </p:txBody>
      </p:sp>
      <p:pic>
        <p:nvPicPr>
          <p:cNvPr id="4" name="Picture 3" descr="A logo with a flower&#10;&#10;Description automatically generated">
            <a:extLst>
              <a:ext uri="{FAD457DF-B6DF-45B0-9D6C-890CBDF64C2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pic>
        <p:nvPicPr>
          <p:cNvPr id="3" name="Picture 2">
            <a:extLst>
              <a:ext uri="{FF2B5EF4-FFF2-40B4-BE49-F238E27FC236}">
                <a16:creationId xmlns:a16="http://schemas.microsoft.com/office/drawing/2014/main" id="{820836D1-7A3B-0DD1-C607-3A6C317DF34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7780" b="29308"/>
          <a:stretch>
            <a:fillRect/>
          </a:stretch>
        </p:blipFill>
        <p:spPr bwMode="auto">
          <a:xfrm>
            <a:off x="1600200" y="1801625"/>
            <a:ext cx="9129919" cy="3254751"/>
          </a:xfrm>
          <a:prstGeom prst="rect">
            <a:avLst/>
          </a:prstGeom>
          <a:noFill/>
          <a:ln>
            <a:noFill/>
          </a:ln>
          <a:extLst>
            <a:ext uri="{53640926-AAD7-44D8-BBD7-CCE9431645EC}">
              <a14:shadowObscured xmlns:a14="http://schemas.microsoft.com/office/drawing/2010/main"/>
            </a:ext>
          </a:extLst>
        </p:spPr>
      </p:pic>
    </p:spTree>
    <p:extLst>
      <p:ext uri="{0EB2287A-6E4E-4E46-9380-D765B55232E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604AA-F7A4-A5F2-427C-BAF90F92554A}"/>
              </a:ext>
            </a:extLst>
          </p:cNvPr>
          <p:cNvSpPr>
            <a:spLocks noGrp="1"/>
          </p:cNvSpPr>
          <p:nvPr>
            <p:ph type="title"/>
          </p:nvPr>
        </p:nvSpPr>
        <p:spPr>
          <a:xfrm>
            <a:off x="190456" y="-40791"/>
            <a:ext cx="10515600" cy="1325563"/>
          </a:xfrm>
        </p:spPr>
        <p:txBody>
          <a:bodyPr/>
          <a:lstStyle/>
          <a:p>
            <a:r>
              <a:rPr lang="en-IN" b="1" u="sng" dirty="0">
                <a:latin typeface="Times New Roman" panose="02020603050405020304" pitchFamily="18" charset="0"/>
                <a:cs typeface="Times New Roman" panose="02020603050405020304" pitchFamily="18" charset="0"/>
              </a:rPr>
              <a:t>Modules:</a:t>
            </a:r>
          </a:p>
        </p:txBody>
      </p:sp>
      <p:pic>
        <p:nvPicPr>
          <p:cNvPr id="4" name="Picture 3" descr="A logo with a flower&#10;&#10;Description automatically generated">
            <a:extLst>
              <a:ext uri="{FF2B5EF4-FFF2-40B4-BE49-F238E27FC236}">
                <a16:creationId xmlns:a16="http://schemas.microsoft.com/office/drawing/2014/main" id="{FA760C71-1AE4-D1BB-4756-AECA16ED71A6}"/>
              </a:ext>
              <a:ext uri="{E8B4546A-F777-4DEB-B59E-F60E40FD9A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DF0B4D7-AE2D-47EB-A9EF-505F3CA6417E}"/>
              </a:ext>
            </a:extLst>
          </p:cNvPr>
          <p:cNvPicPr>
            <a:picLocks noGrp="1" noChangeAspect="1"/>
          </p:cNvPicPr>
          <p:nvPr/>
        </p:nvPicPr>
        <p:blipFill>
          <a:blip r:embed="rId2"/>
          <a:stretch>
            <a:fillRect/>
          </a:stretch>
        </p:blipFill>
        <p:spPr>
          <a:xfrm>
            <a:off x="10730119" y="-3621"/>
            <a:ext cx="1477065" cy="1251225"/>
          </a:xfrm>
          <a:prstGeom prst="rect">
            <a:avLst/>
          </a:prstGeom>
          <a:noFill/>
        </p:spPr>
      </p:pic>
      <p:sp>
        <p:nvSpPr>
          <p:cNvPr id="7" name="TextBox 6">
            <a:extLst>
              <a:ext uri="{FF2B5EF4-FFF2-40B4-BE49-F238E27FC236}">
                <a16:creationId xmlns:a16="http://schemas.microsoft.com/office/drawing/2014/main" id="{D6E4C2C8-FFA7-B2DA-DC0B-799B950E9452}"/>
              </a:ext>
            </a:extLst>
          </p:cNvPr>
          <p:cNvSpPr txBox="1"/>
          <p:nvPr/>
        </p:nvSpPr>
        <p:spPr>
          <a:xfrm>
            <a:off x="914400" y="1389526"/>
            <a:ext cx="9448800" cy="4401205"/>
          </a:xfrm>
          <a:prstGeom prst="rect">
            <a:avLst/>
          </a:prstGeom>
          <a:noFill/>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1.Dataset Loading Module</a:t>
            </a:r>
          </a:p>
          <a:p>
            <a:pPr algn="just"/>
            <a:r>
              <a:rPr lang="en-US" sz="2000" dirty="0">
                <a:latin typeface="Times New Roman" panose="02020603050405020304" pitchFamily="18" charset="0"/>
                <a:cs typeface="Times New Roman" panose="02020603050405020304" pitchFamily="18" charset="0"/>
              </a:rPr>
              <a:t>Handles uploading and reading multilingual text datasets (CSV/TSV). It extracts text samples and corresponding language labels for further processing.</a:t>
            </a:r>
          </a:p>
          <a:p>
            <a:pPr algn="just"/>
            <a:r>
              <a:rPr lang="en-US" sz="2000" b="1" dirty="0">
                <a:latin typeface="Times New Roman" panose="02020603050405020304" pitchFamily="18" charset="0"/>
                <a:cs typeface="Times New Roman" panose="02020603050405020304" pitchFamily="18" charset="0"/>
              </a:rPr>
              <a:t>2. Text Preprocessing Module</a:t>
            </a:r>
          </a:p>
          <a:p>
            <a:pPr algn="just"/>
            <a:r>
              <a:rPr lang="en-US" sz="2000" dirty="0">
                <a:latin typeface="Times New Roman" panose="02020603050405020304" pitchFamily="18" charset="0"/>
                <a:cs typeface="Times New Roman" panose="02020603050405020304" pitchFamily="18" charset="0"/>
              </a:rPr>
              <a:t>Cleans and normalizes raw text using tokenization, stop-word removal, lemmatization, and noise filtering. This ensures consistent and meaningful input for feature extraction.</a:t>
            </a:r>
          </a:p>
          <a:p>
            <a:pPr algn="just"/>
            <a:r>
              <a:rPr lang="en-US" sz="2000" b="1" dirty="0">
                <a:latin typeface="Times New Roman" panose="02020603050405020304" pitchFamily="18" charset="0"/>
                <a:cs typeface="Times New Roman" panose="02020603050405020304" pitchFamily="18" charset="0"/>
              </a:rPr>
              <a:t>3. Exploratory Data Analysis (EDA) Module</a:t>
            </a:r>
          </a:p>
          <a:p>
            <a:pPr algn="just"/>
            <a:r>
              <a:rPr lang="en-US" sz="2000" dirty="0">
                <a:latin typeface="Times New Roman" panose="02020603050405020304" pitchFamily="18" charset="0"/>
                <a:cs typeface="Times New Roman" panose="02020603050405020304" pitchFamily="18" charset="0"/>
              </a:rPr>
              <a:t>Analyzes language distribution, word frequencies, document length, POS tags, and bigrams using visual tools like </a:t>
            </a:r>
            <a:r>
              <a:rPr lang="en-US" sz="2000" dirty="0" err="1">
                <a:latin typeface="Times New Roman" panose="02020603050405020304" pitchFamily="18" charset="0"/>
                <a:cs typeface="Times New Roman" panose="02020603050405020304" pitchFamily="18" charset="0"/>
              </a:rPr>
              <a:t>WordClouds</a:t>
            </a:r>
            <a:r>
              <a:rPr lang="en-US" sz="2000" dirty="0">
                <a:latin typeface="Times New Roman" panose="02020603050405020304" pitchFamily="18" charset="0"/>
                <a:cs typeface="Times New Roman" panose="02020603050405020304" pitchFamily="18" charset="0"/>
              </a:rPr>
              <a:t> and frequency plots to understand dataset characteristics.</a:t>
            </a:r>
          </a:p>
          <a:p>
            <a:pPr algn="just"/>
            <a:r>
              <a:rPr lang="en-US" sz="2000" b="1" dirty="0">
                <a:latin typeface="Times New Roman" panose="02020603050405020304" pitchFamily="18" charset="0"/>
                <a:cs typeface="Times New Roman" panose="02020603050405020304" pitchFamily="18" charset="0"/>
              </a:rPr>
              <a:t>4. </a:t>
            </a:r>
            <a:r>
              <a:rPr lang="en-US" sz="2000" b="1" dirty="0" err="1">
                <a:latin typeface="Times New Roman" panose="02020603050405020304" pitchFamily="18" charset="0"/>
                <a:cs typeface="Times New Roman" panose="02020603050405020304" pitchFamily="18" charset="0"/>
              </a:rPr>
              <a:t>MiniLM</a:t>
            </a:r>
            <a:r>
              <a:rPr lang="en-US" sz="2000" b="1" dirty="0">
                <a:latin typeface="Times New Roman" panose="02020603050405020304" pitchFamily="18" charset="0"/>
                <a:cs typeface="Times New Roman" panose="02020603050405020304" pitchFamily="18" charset="0"/>
              </a:rPr>
              <a:t> Feature Extraction Module</a:t>
            </a:r>
          </a:p>
          <a:p>
            <a:pPr algn="just"/>
            <a:r>
              <a:rPr lang="en-US" sz="2000" dirty="0">
                <a:latin typeface="Times New Roman" panose="02020603050405020304" pitchFamily="18" charset="0"/>
                <a:cs typeface="Times New Roman" panose="02020603050405020304" pitchFamily="18" charset="0"/>
              </a:rPr>
              <a:t>Uses the transformer-based </a:t>
            </a:r>
            <a:r>
              <a:rPr lang="en-US" sz="2000" dirty="0" err="1">
                <a:latin typeface="Times New Roman" panose="02020603050405020304" pitchFamily="18" charset="0"/>
                <a:cs typeface="Times New Roman" panose="02020603050405020304" pitchFamily="18" charset="0"/>
              </a:rPr>
              <a:t>MiniLM</a:t>
            </a:r>
            <a:r>
              <a:rPr lang="en-US" sz="2000" dirty="0">
                <a:latin typeface="Times New Roman" panose="02020603050405020304" pitchFamily="18" charset="0"/>
                <a:cs typeface="Times New Roman" panose="02020603050405020304" pitchFamily="18" charset="0"/>
              </a:rPr>
              <a:t> model to convert preprocessed text into dense semantic embeddings that capture contextual and cross-lingual information efficiently.</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1273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60607-1766-4973-F3E2-9FC81658EEDD}"/>
            </a:ext>
          </a:extLst>
        </p:cNvPr>
        <p:cNvGrpSpPr/>
        <p:nvPr/>
      </p:nvGrpSpPr>
      <p:grpSpPr>
        <a:xfrm>
          <a:off x="0" y="0"/>
          <a:ext cx="0" cy="0"/>
          <a:chOff x="0" y="0"/>
          <a:chExt cx="0" cy="0"/>
        </a:xfrm>
      </p:grpSpPr>
      <p:pic>
        <p:nvPicPr>
          <p:cNvPr id="4" name="Picture 3" descr="A logo with a flower&#10;&#10;Description automatically generated">
            <a:extLst>
              <a:ext uri="{FF2B5EF4-FFF2-40B4-BE49-F238E27FC236}">
                <a16:creationId xmlns:a16="http://schemas.microsoft.com/office/drawing/2014/main" id="{FCC9B74F-C0AE-1A4F-C7C1-9AD159F6FD8A}"/>
              </a:ext>
              <a:ext uri="{E8B4546A-F777-4DEB-B59E-F60E40FD9A6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DF0B4D7-AE2D-47EB-A9EF-505F3CA6417E}"/>
              </a:ext>
            </a:extLst>
          </p:cNvPr>
          <p:cNvPicPr>
            <a:picLocks noGrp="1" noChangeAspect="1"/>
          </p:cNvPicPr>
          <p:nvPr/>
        </p:nvPicPr>
        <p:blipFill>
          <a:blip r:embed="rId2"/>
          <a:stretch>
            <a:fillRect/>
          </a:stretch>
        </p:blipFill>
        <p:spPr>
          <a:xfrm>
            <a:off x="10730119" y="-3621"/>
            <a:ext cx="1477065" cy="1251225"/>
          </a:xfrm>
          <a:prstGeom prst="rect">
            <a:avLst/>
          </a:prstGeom>
          <a:noFill/>
        </p:spPr>
      </p:pic>
      <p:sp>
        <p:nvSpPr>
          <p:cNvPr id="5" name="TextBox 4">
            <a:extLst>
              <a:ext uri="{FF2B5EF4-FFF2-40B4-BE49-F238E27FC236}">
                <a16:creationId xmlns:a16="http://schemas.microsoft.com/office/drawing/2014/main" id="{B22BCE09-7CF4-7DC2-32E0-9677D50FA22E}"/>
              </a:ext>
            </a:extLst>
          </p:cNvPr>
          <p:cNvSpPr txBox="1"/>
          <p:nvPr/>
        </p:nvSpPr>
        <p:spPr>
          <a:xfrm>
            <a:off x="1066800" y="920621"/>
            <a:ext cx="9525000" cy="5016758"/>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5. Baseline Classification Module</a:t>
            </a:r>
          </a:p>
          <a:p>
            <a:pPr algn="just"/>
            <a:r>
              <a:rPr lang="en-US" sz="2000" dirty="0">
                <a:latin typeface="Times New Roman" panose="02020603050405020304" pitchFamily="18" charset="0"/>
                <a:cs typeface="Times New Roman" panose="02020603050405020304" pitchFamily="18" charset="0"/>
              </a:rPr>
              <a:t>Implements traditional classifiers—Decision Tree, K-Nearest Neighbors, and Gaussian Naive Bayes—trained on </a:t>
            </a:r>
            <a:r>
              <a:rPr lang="en-US" sz="2000" dirty="0" err="1">
                <a:latin typeface="Times New Roman" panose="02020603050405020304" pitchFamily="18" charset="0"/>
                <a:cs typeface="Times New Roman" panose="02020603050405020304" pitchFamily="18" charset="0"/>
              </a:rPr>
              <a:t>MiniLM</a:t>
            </a:r>
            <a:r>
              <a:rPr lang="en-US" sz="2000" dirty="0">
                <a:latin typeface="Times New Roman" panose="02020603050405020304" pitchFamily="18" charset="0"/>
                <a:cs typeface="Times New Roman" panose="02020603050405020304" pitchFamily="18" charset="0"/>
              </a:rPr>
              <a:t> embeddings to provide performance benchmarks.</a:t>
            </a:r>
          </a:p>
          <a:p>
            <a:pPr algn="just"/>
            <a:r>
              <a:rPr lang="en-US" sz="2000" b="1" dirty="0">
                <a:latin typeface="Times New Roman" panose="02020603050405020304" pitchFamily="18" charset="0"/>
                <a:cs typeface="Times New Roman" panose="02020603050405020304" pitchFamily="18" charset="0"/>
              </a:rPr>
              <a:t>6. Proposed Random Forest Classification Module</a:t>
            </a:r>
          </a:p>
          <a:p>
            <a:pPr algn="just"/>
            <a:r>
              <a:rPr lang="en-US" sz="2000" dirty="0">
                <a:latin typeface="Times New Roman" panose="02020603050405020304" pitchFamily="18" charset="0"/>
                <a:cs typeface="Times New Roman" panose="02020603050405020304" pitchFamily="18" charset="0"/>
              </a:rPr>
              <a:t>Acts as the main prediction engine. It uses ensemble learning on </a:t>
            </a:r>
            <a:r>
              <a:rPr lang="en-US" sz="2000" dirty="0" err="1">
                <a:latin typeface="Times New Roman" panose="02020603050405020304" pitchFamily="18" charset="0"/>
                <a:cs typeface="Times New Roman" panose="02020603050405020304" pitchFamily="18" charset="0"/>
              </a:rPr>
              <a:t>MiniLM</a:t>
            </a:r>
            <a:r>
              <a:rPr lang="en-US" sz="2000" dirty="0">
                <a:latin typeface="Times New Roman" panose="02020603050405020304" pitchFamily="18" charset="0"/>
                <a:cs typeface="Times New Roman" panose="02020603050405020304" pitchFamily="18" charset="0"/>
              </a:rPr>
              <a:t> features to achieve higher accuracy, robustness, and better handling of short or code-mixed text.</a:t>
            </a:r>
          </a:p>
          <a:p>
            <a:pPr algn="just"/>
            <a:r>
              <a:rPr lang="en-US" sz="2000" b="1" dirty="0">
                <a:latin typeface="Times New Roman" panose="02020603050405020304" pitchFamily="18" charset="0"/>
                <a:cs typeface="Times New Roman" panose="02020603050405020304" pitchFamily="18" charset="0"/>
              </a:rPr>
              <a:t>7. Model Training and Evaluation Module</a:t>
            </a:r>
          </a:p>
          <a:p>
            <a:pPr algn="just"/>
            <a:r>
              <a:rPr lang="en-US" sz="2000" dirty="0">
                <a:latin typeface="Times New Roman" panose="02020603050405020304" pitchFamily="18" charset="0"/>
                <a:cs typeface="Times New Roman" panose="02020603050405020304" pitchFamily="18" charset="0"/>
              </a:rPr>
              <a:t>Splits data into training/testing sets, trains all models, and evaluates them using accuracy, precision, recall, and F1-score.</a:t>
            </a:r>
          </a:p>
          <a:p>
            <a:pPr algn="just"/>
            <a:r>
              <a:rPr lang="en-US" sz="2000" b="1" dirty="0">
                <a:latin typeface="Times New Roman" panose="02020603050405020304" pitchFamily="18" charset="0"/>
                <a:cs typeface="Times New Roman" panose="02020603050405020304" pitchFamily="18" charset="0"/>
              </a:rPr>
              <a:t>8. Visualization and Comparison Module</a:t>
            </a:r>
          </a:p>
          <a:p>
            <a:pPr algn="just"/>
            <a:r>
              <a:rPr lang="en-US" sz="2000" dirty="0">
                <a:latin typeface="Times New Roman" panose="02020603050405020304" pitchFamily="18" charset="0"/>
                <a:cs typeface="Times New Roman" panose="02020603050405020304" pitchFamily="18" charset="0"/>
              </a:rPr>
              <a:t>Generates graphs and charts to compare model performances and present results clearly to the user.</a:t>
            </a:r>
          </a:p>
          <a:p>
            <a:pPr algn="just"/>
            <a:r>
              <a:rPr lang="en-US" sz="2000" b="1" dirty="0">
                <a:latin typeface="Times New Roman" panose="02020603050405020304" pitchFamily="18" charset="0"/>
                <a:cs typeface="Times New Roman" panose="02020603050405020304" pitchFamily="18" charset="0"/>
              </a:rPr>
              <a:t>9. Web Application Deployment Module</a:t>
            </a:r>
          </a:p>
          <a:p>
            <a:pPr algn="just"/>
            <a:r>
              <a:rPr lang="en-US" sz="2000" dirty="0">
                <a:latin typeface="Times New Roman" panose="02020603050405020304" pitchFamily="18" charset="0"/>
                <a:cs typeface="Times New Roman" panose="02020603050405020304" pitchFamily="18" charset="0"/>
              </a:rPr>
              <a:t>Deploys the trained model using Flask with HTML/CSS, enabling real-time language detection through a user-friendly interface.</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8144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F3BC6-F6DF-6D7D-AD65-9DFD2A21EB0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4E83B12-F1E5-76E8-CB6E-DA1DD2784787}"/>
              </a:ext>
            </a:extLst>
          </p:cNvPr>
          <p:cNvSpPr txBox="1"/>
          <p:nvPr/>
        </p:nvSpPr>
        <p:spPr>
          <a:xfrm>
            <a:off x="228600" y="152400"/>
            <a:ext cx="3762568" cy="707886"/>
          </a:xfrm>
          <a:prstGeom prst="rect">
            <a:avLst/>
          </a:prstGeom>
          <a:noFill/>
        </p:spPr>
        <p:txBody>
          <a:bodyPr wrap="none" rtlCol="0">
            <a:spAutoFit/>
          </a:bodyPr>
          <a:lstStyle/>
          <a:p>
            <a:r>
              <a:rPr lang="en-IN" sz="4000" u="sng" dirty="0">
                <a:latin typeface="Times New Roman" panose="02020603050405020304" pitchFamily="18" charset="0"/>
                <a:cs typeface="Times New Roman" panose="02020603050405020304" pitchFamily="18" charset="0"/>
              </a:rPr>
              <a:t>UML Diagrams:-</a:t>
            </a:r>
          </a:p>
        </p:txBody>
      </p:sp>
      <p:pic>
        <p:nvPicPr>
          <p:cNvPr id="8" name="Picture 7" descr="A logo with a flower&#10;&#10;Description automatically generated">
            <a:extLst>
              <a:ext uri="{FF2B5EF4-FFF2-40B4-BE49-F238E27FC236}">
                <a16:creationId xmlns:a16="http://schemas.microsoft.com/office/drawing/2014/main" id="{650C3AB3-CA58-6F2A-8D2B-B7CE8EC238BA}"/>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sp>
        <p:nvSpPr>
          <p:cNvPr id="5" name="TextBox 4">
            <a:extLst>
              <a:ext uri="{FF2B5EF4-FFF2-40B4-BE49-F238E27FC236}">
                <a16:creationId xmlns:a16="http://schemas.microsoft.com/office/drawing/2014/main" id="{8752B0EB-5D95-16C2-6D73-9B9B5CB3EA34}"/>
              </a:ext>
            </a:extLst>
          </p:cNvPr>
          <p:cNvSpPr txBox="1"/>
          <p:nvPr/>
        </p:nvSpPr>
        <p:spPr>
          <a:xfrm>
            <a:off x="5105400" y="5520100"/>
            <a:ext cx="281940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Use Case Diagram</a:t>
            </a:r>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C2A1698-C6AF-D8E4-FA37-2AA5484DADDA}"/>
              </a:ext>
            </a:extLst>
          </p:cNvPr>
          <p:cNvPicPr>
            <a:picLocks noChangeAspect="1"/>
          </p:cNvPicPr>
          <p:nvPr/>
        </p:nvPicPr>
        <p:blipFill>
          <a:blip r:embed="rId3" cstate="print"/>
          <a:srcRect/>
          <a:stretch>
            <a:fillRect/>
          </a:stretch>
        </p:blipFill>
        <p:spPr bwMode="auto">
          <a:xfrm>
            <a:off x="2819400" y="990600"/>
            <a:ext cx="7315200" cy="4179828"/>
          </a:xfrm>
          <a:prstGeom prst="rect">
            <a:avLst/>
          </a:prstGeom>
          <a:noFill/>
          <a:ln w="9525">
            <a:noFill/>
            <a:miter lim="800000"/>
            <a:headEnd/>
            <a:tailEnd/>
          </a:ln>
        </p:spPr>
      </p:pic>
    </p:spTree>
    <p:extLst>
      <p:ext uri="{BB962C8B-B14F-4D97-AF65-F5344CB8AC3E}">
        <p14:creationId xmlns:p14="http://schemas.microsoft.com/office/powerpoint/2010/main" val="3314354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logo with a flower&#10;&#10;Description automatically generated">
            <a:extLst>
              <a:ext uri="{FF2B5EF4-FFF2-40B4-BE49-F238E27FC236}">
                <a16:creationId xmlns:a16="http://schemas.microsoft.com/office/drawing/2014/main" id="{CDFB93A5-0B3C-0058-15E2-A081EA97BD00}"/>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sp>
        <p:nvSpPr>
          <p:cNvPr id="5" name="TextBox 4">
            <a:extLst>
              <a:ext uri="{FF2B5EF4-FFF2-40B4-BE49-F238E27FC236}">
                <a16:creationId xmlns:a16="http://schemas.microsoft.com/office/drawing/2014/main" id="{B1BC5426-3393-1947-9D15-4B36523A4D48}"/>
              </a:ext>
            </a:extLst>
          </p:cNvPr>
          <p:cNvSpPr txBox="1"/>
          <p:nvPr/>
        </p:nvSpPr>
        <p:spPr>
          <a:xfrm>
            <a:off x="4724399" y="5928575"/>
            <a:ext cx="2743202"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Class Diagram</a:t>
            </a:r>
            <a:endParaRPr lang="en-IN" sz="24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AE48B6B6-3050-5F18-1C26-77BB93E5F0EF}"/>
              </a:ext>
            </a:extLst>
          </p:cNvPr>
          <p:cNvPicPr>
            <a:picLocks noChangeAspect="1"/>
          </p:cNvPicPr>
          <p:nvPr/>
        </p:nvPicPr>
        <p:blipFill>
          <a:blip r:embed="rId3" cstate="print"/>
          <a:srcRect/>
          <a:stretch>
            <a:fillRect/>
          </a:stretch>
        </p:blipFill>
        <p:spPr bwMode="auto">
          <a:xfrm>
            <a:off x="2209800" y="466614"/>
            <a:ext cx="8305799" cy="4925060"/>
          </a:xfrm>
          <a:prstGeom prst="rect">
            <a:avLst/>
          </a:prstGeom>
          <a:noFill/>
          <a:ln w="9525">
            <a:noFill/>
            <a:miter lim="800000"/>
            <a:headEnd/>
            <a:tailEnd/>
          </a:ln>
        </p:spPr>
      </p:pic>
    </p:spTree>
    <p:extLst>
      <p:ext uri="{BB962C8B-B14F-4D97-AF65-F5344CB8AC3E}">
        <p14:creationId xmlns:p14="http://schemas.microsoft.com/office/powerpoint/2010/main" val="1694834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A7A2D-0D56-7E1E-1FD5-F93260B68C1B}"/>
            </a:ext>
          </a:extLst>
        </p:cNvPr>
        <p:cNvGrpSpPr/>
        <p:nvPr/>
      </p:nvGrpSpPr>
      <p:grpSpPr>
        <a:xfrm>
          <a:off x="0" y="0"/>
          <a:ext cx="0" cy="0"/>
          <a:chOff x="0" y="0"/>
          <a:chExt cx="0" cy="0"/>
        </a:xfrm>
      </p:grpSpPr>
      <p:pic>
        <p:nvPicPr>
          <p:cNvPr id="8" name="Picture 7" descr="A logo with a flower&#10;&#10;Description automatically generated">
            <a:extLst>
              <a:ext uri="{FF2B5EF4-FFF2-40B4-BE49-F238E27FC236}">
                <a16:creationId xmlns:a16="http://schemas.microsoft.com/office/drawing/2014/main" id="{DF473AA0-2A90-1C50-0D05-5A832BF4C0E0}"/>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sp>
        <p:nvSpPr>
          <p:cNvPr id="5" name="TextBox 4">
            <a:extLst>
              <a:ext uri="{FF2B5EF4-FFF2-40B4-BE49-F238E27FC236}">
                <a16:creationId xmlns:a16="http://schemas.microsoft.com/office/drawing/2014/main" id="{88E52658-5F20-FEE1-76ED-9A8110775BA3}"/>
              </a:ext>
            </a:extLst>
          </p:cNvPr>
          <p:cNvSpPr txBox="1"/>
          <p:nvPr/>
        </p:nvSpPr>
        <p:spPr>
          <a:xfrm>
            <a:off x="4724400" y="5867400"/>
            <a:ext cx="274320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Sequence Diagram</a:t>
            </a:r>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E2CE4B9-48BA-E8C4-77C4-AAA300216A5C}"/>
              </a:ext>
            </a:extLst>
          </p:cNvPr>
          <p:cNvPicPr>
            <a:picLocks noChangeAspect="1"/>
          </p:cNvPicPr>
          <p:nvPr/>
        </p:nvPicPr>
        <p:blipFill>
          <a:blip r:embed="rId3" cstate="print"/>
          <a:srcRect/>
          <a:stretch>
            <a:fillRect/>
          </a:stretch>
        </p:blipFill>
        <p:spPr bwMode="auto">
          <a:xfrm>
            <a:off x="1295400" y="838200"/>
            <a:ext cx="9601200" cy="4572000"/>
          </a:xfrm>
          <a:prstGeom prst="rect">
            <a:avLst/>
          </a:prstGeom>
          <a:noFill/>
          <a:ln w="9525">
            <a:noFill/>
            <a:miter lim="800000"/>
            <a:headEnd/>
            <a:tailEnd/>
          </a:ln>
        </p:spPr>
      </p:pic>
    </p:spTree>
    <p:extLst>
      <p:ext uri="{BB962C8B-B14F-4D97-AF65-F5344CB8AC3E}">
        <p14:creationId xmlns:p14="http://schemas.microsoft.com/office/powerpoint/2010/main" val="1296219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12FE2-8200-49D7-1E20-D5D92730C719}"/>
            </a:ext>
          </a:extLst>
        </p:cNvPr>
        <p:cNvGrpSpPr/>
        <p:nvPr/>
      </p:nvGrpSpPr>
      <p:grpSpPr>
        <a:xfrm>
          <a:off x="0" y="0"/>
          <a:ext cx="0" cy="0"/>
          <a:chOff x="0" y="0"/>
          <a:chExt cx="0" cy="0"/>
        </a:xfrm>
      </p:grpSpPr>
      <p:pic>
        <p:nvPicPr>
          <p:cNvPr id="8" name="Picture 7" descr="A logo with a flower&#10;&#10;Description automatically generated">
            <a:extLst>
              <a:ext uri="{FF2B5EF4-FFF2-40B4-BE49-F238E27FC236}">
                <a16:creationId xmlns:a16="http://schemas.microsoft.com/office/drawing/2014/main" id="{48AF235B-9528-2FA9-FE39-4180774B13E3}"/>
              </a:ex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sp>
        <p:nvSpPr>
          <p:cNvPr id="5" name="TextBox 4">
            <a:extLst>
              <a:ext uri="{FF2B5EF4-FFF2-40B4-BE49-F238E27FC236}">
                <a16:creationId xmlns:a16="http://schemas.microsoft.com/office/drawing/2014/main" id="{2B453663-BE77-35F3-9504-438C6602B628}"/>
              </a:ext>
            </a:extLst>
          </p:cNvPr>
          <p:cNvSpPr txBox="1"/>
          <p:nvPr/>
        </p:nvSpPr>
        <p:spPr>
          <a:xfrm>
            <a:off x="990600" y="3124200"/>
            <a:ext cx="259080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Activity Diagram</a:t>
            </a:r>
            <a:endParaRPr lang="en-IN" sz="24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F454B33-BB6D-F8B8-6D1C-32E698A88B89}"/>
              </a:ext>
            </a:extLst>
          </p:cNvPr>
          <p:cNvPicPr>
            <a:picLocks noChangeAspect="1"/>
          </p:cNvPicPr>
          <p:nvPr/>
        </p:nvPicPr>
        <p:blipFill>
          <a:blip r:embed="rId3" cstate="print"/>
          <a:srcRect/>
          <a:stretch>
            <a:fillRect/>
          </a:stretch>
        </p:blipFill>
        <p:spPr bwMode="auto">
          <a:xfrm>
            <a:off x="3200400" y="152400"/>
            <a:ext cx="6781800" cy="6553200"/>
          </a:xfrm>
          <a:prstGeom prst="rect">
            <a:avLst/>
          </a:prstGeom>
          <a:noFill/>
          <a:ln w="9525">
            <a:noFill/>
            <a:miter lim="800000"/>
            <a:headEnd/>
            <a:tailEnd/>
          </a:ln>
        </p:spPr>
      </p:pic>
    </p:spTree>
    <p:extLst>
      <p:ext uri="{BB962C8B-B14F-4D97-AF65-F5344CB8AC3E}">
        <p14:creationId xmlns:p14="http://schemas.microsoft.com/office/powerpoint/2010/main" val="2330342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31">
    <p:spTree>
      <p:nvGrpSpPr>
        <p:cNvPr id="1" name=""/>
        <p:cNvGrpSpPr/>
        <p:nvPr/>
      </p:nvGrpSpPr>
      <p:grpSpPr>
        <a:xfrm>
          <a:off x="0" y="0"/>
          <a:ext cx="0" cy="0"/>
          <a:chOff x="0" y="0"/>
          <a:chExt cx="0" cy="0"/>
        </a:xfrm>
      </p:grpSpPr>
      <p:sp>
        <p:nvSpPr>
          <p:cNvPr id="2" name="Title 1">
            <a:extLst>
              <a:ext uri="{0F6C8F96-6FF2-4483-8D28-4BB57049EEB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82B1F79-CBA6-4134-9434-D35EC57860DA}"/>
              </a:ext>
            </a:extLst>
          </p:cNvPr>
          <p:cNvSpPr>
            <a:spLocks noGrp="1"/>
          </p:cNvSpPr>
          <p:nvPr>
            <p:ph type="title"/>
          </p:nvPr>
        </p:nvSpPr>
        <p:spPr/>
        <p:txBody>
          <a:bodyPr rtlCol="0"/>
          <a:lstStyle/>
          <a:p>
            <a:r>
              <a:rPr lang="en-US" u="sng" dirty="0">
                <a:latin typeface="Times New Roman" panose="02020603050405020304" pitchFamily="18" charset="0"/>
                <a:cs typeface="Times New Roman" panose="02020603050405020304" pitchFamily="18" charset="0"/>
              </a:rPr>
              <a:t>THANK YOU</a:t>
            </a:r>
          </a:p>
        </p:txBody>
      </p:sp>
      <p:pic>
        <p:nvPicPr>
          <p:cNvPr id="3" name="Picture 2" descr="A logo with a flower&#10;&#10;Description automatically generated">
            <a:extLst>
              <a:ext uri="{84F97E00-4377-41CA-9504-4563D0745C5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spTree>
    <p:extLst>
      <p:ext uri="{D8914277-5D2F-4272-8D7B-F4E18D1A0E4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2562083261"/>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857</TotalTime>
  <Words>1199</Words>
  <Application>Microsoft Office PowerPoint</Application>
  <PresentationFormat>Widescreen</PresentationFormat>
  <Paragraphs>94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Calibri</vt:lpstr>
      <vt:lpstr>Arial</vt:lpstr>
      <vt:lpstr>Times New Roman</vt:lpstr>
      <vt:lpstr>Wingdings</vt:lpstr>
      <vt:lpstr>Calibri Light</vt:lpstr>
      <vt:lpstr>Office Theme</vt:lpstr>
      <vt:lpstr>CMR Technical Campus Department of Information Technology </vt:lpstr>
      <vt:lpstr>Index</vt:lpstr>
      <vt:lpstr>Introduction/Overview:​</vt:lpstr>
      <vt:lpstr>PowerPoint Presentation</vt:lpstr>
      <vt:lpstr>PowerPoint Presentation</vt:lpstr>
      <vt:lpstr>PowerPoint Presentation</vt:lpstr>
      <vt:lpstr>PowerPoint Presentation</vt:lpstr>
      <vt:lpstr>PowerPoint Presentation</vt:lpstr>
      <vt:lpstr>PowerPoint Presentation</vt:lpstr>
      <vt:lpstr>Design/Architecture​: </vt:lpstr>
      <vt:lpstr>Modules:</vt:lpstr>
      <vt:lpstr>PowerPoint Presentation</vt:lpstr>
      <vt:lpstr>PowerPoint Presentation</vt:lpstr>
      <vt:lpstr>PowerPoint Presentation</vt:lpstr>
      <vt:lpstr>PowerPoint Presentation</vt:lpstr>
      <vt:lpstr>PowerPoint Presentation</vt:lpstr>
      <vt:lpstr>THANK YOU</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Venkatesh Boda</dc:creator>
  <cp:lastModifiedBy>Mohammad Khaleem</cp:lastModifiedBy>
  <cp:revision>26</cp:revision>
  <dcterms:created xsi:type="dcterms:W3CDTF">2025-03-21T16:29:32Z</dcterms:created>
  <dcterms:modified xsi:type="dcterms:W3CDTF">2026-01-29T14:50:14Z</dcterms:modified>
</cp:coreProperties>
</file>